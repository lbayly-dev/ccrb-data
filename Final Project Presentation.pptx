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2" r:id="rId1"/>
  </p:sldMasterIdLst>
  <p:sldIdLst>
    <p:sldId id="256" r:id="rId2"/>
    <p:sldId id="257" r:id="rId3"/>
    <p:sldId id="258" r:id="rId4"/>
    <p:sldId id="262" r:id="rId5"/>
    <p:sldId id="263" r:id="rId6"/>
    <p:sldId id="264" r:id="rId7"/>
    <p:sldId id="259" r:id="rId8"/>
    <p:sldId id="260" r:id="rId9"/>
    <p:sldId id="265" r:id="rId10"/>
    <p:sldId id="266" r:id="rId11"/>
    <p:sldId id="273" r:id="rId12"/>
    <p:sldId id="268" r:id="rId13"/>
    <p:sldId id="269" r:id="rId14"/>
    <p:sldId id="270" r:id="rId15"/>
    <p:sldId id="271" r:id="rId16"/>
    <p:sldId id="272"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7702FC3-823E-A644-827B-FCCF87D741A5}" v="10" dt="2026-05-31T22:35:39.16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192" autoAdjust="0"/>
    <p:restoredTop sz="74363"/>
  </p:normalViewPr>
  <p:slideViewPr>
    <p:cSldViewPr snapToGrid="0">
      <p:cViewPr>
        <p:scale>
          <a:sx n="138" d="100"/>
          <a:sy n="138" d="100"/>
        </p:scale>
        <p:origin x="296" y="-2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lly Bayly" userId="69d7c427-8454-4384-a3a4-71b71f10bd54" providerId="ADAL" clId="{9F904465-2862-530D-A58C-2FB839F1C2E8}"/>
    <pc:docChg chg="undo custSel addSld delSld modSld">
      <pc:chgData name="Lilly Bayly" userId="69d7c427-8454-4384-a3a4-71b71f10bd54" providerId="ADAL" clId="{9F904465-2862-530D-A58C-2FB839F1C2E8}" dt="2026-05-31T23:00:02.164" v="2764" actId="14100"/>
      <pc:docMkLst>
        <pc:docMk/>
      </pc:docMkLst>
      <pc:sldChg chg="modSp mod">
        <pc:chgData name="Lilly Bayly" userId="69d7c427-8454-4384-a3a4-71b71f10bd54" providerId="ADAL" clId="{9F904465-2862-530D-A58C-2FB839F1C2E8}" dt="2026-05-25T20:33:31.988" v="348" actId="20577"/>
        <pc:sldMkLst>
          <pc:docMk/>
          <pc:sldMk cId="109857222" sldId="256"/>
        </pc:sldMkLst>
        <pc:spChg chg="mod">
          <ac:chgData name="Lilly Bayly" userId="69d7c427-8454-4384-a3a4-71b71f10bd54" providerId="ADAL" clId="{9F904465-2862-530D-A58C-2FB839F1C2E8}" dt="2026-05-25T20:33:27.974" v="338" actId="20577"/>
          <ac:spMkLst>
            <pc:docMk/>
            <pc:sldMk cId="109857222" sldId="256"/>
            <ac:spMk id="2" creationId="{00000000-0000-0000-0000-000000000000}"/>
          </ac:spMkLst>
        </pc:spChg>
        <pc:spChg chg="mod">
          <ac:chgData name="Lilly Bayly" userId="69d7c427-8454-4384-a3a4-71b71f10bd54" providerId="ADAL" clId="{9F904465-2862-530D-A58C-2FB839F1C2E8}" dt="2026-05-25T20:33:31.988" v="348" actId="20577"/>
          <ac:spMkLst>
            <pc:docMk/>
            <pc:sldMk cId="109857222" sldId="256"/>
            <ac:spMk id="3" creationId="{00000000-0000-0000-0000-000000000000}"/>
          </ac:spMkLst>
        </pc:spChg>
      </pc:sldChg>
      <pc:sldChg chg="addSp modSp new mod setBg">
        <pc:chgData name="Lilly Bayly" userId="69d7c427-8454-4384-a3a4-71b71f10bd54" providerId="ADAL" clId="{9F904465-2862-530D-A58C-2FB839F1C2E8}" dt="2026-05-25T21:21:34.590" v="2266" actId="20577"/>
        <pc:sldMkLst>
          <pc:docMk/>
          <pc:sldMk cId="902948878" sldId="257"/>
        </pc:sldMkLst>
        <pc:spChg chg="mod">
          <ac:chgData name="Lilly Bayly" userId="69d7c427-8454-4384-a3a4-71b71f10bd54" providerId="ADAL" clId="{9F904465-2862-530D-A58C-2FB839F1C2E8}" dt="2026-05-25T20:39:04.763" v="515" actId="20577"/>
          <ac:spMkLst>
            <pc:docMk/>
            <pc:sldMk cId="902948878" sldId="257"/>
            <ac:spMk id="2" creationId="{3904C764-0FDF-F169-882A-003E505847D5}"/>
          </ac:spMkLst>
        </pc:spChg>
        <pc:spChg chg="mod">
          <ac:chgData name="Lilly Bayly" userId="69d7c427-8454-4384-a3a4-71b71f10bd54" providerId="ADAL" clId="{9F904465-2862-530D-A58C-2FB839F1C2E8}" dt="2026-05-25T21:21:34.590" v="2266" actId="20577"/>
          <ac:spMkLst>
            <pc:docMk/>
            <pc:sldMk cId="902948878" sldId="257"/>
            <ac:spMk id="3" creationId="{40F88575-0E07-9E87-CEA3-0D2E7572B4EF}"/>
          </ac:spMkLst>
        </pc:spChg>
        <pc:spChg chg="add">
          <ac:chgData name="Lilly Bayly" userId="69d7c427-8454-4384-a3a4-71b71f10bd54" providerId="ADAL" clId="{9F904465-2862-530D-A58C-2FB839F1C2E8}" dt="2026-05-25T20:38:59.714" v="513" actId="26606"/>
          <ac:spMkLst>
            <pc:docMk/>
            <pc:sldMk cId="902948878" sldId="257"/>
            <ac:spMk id="12" creationId="{1660E788-AFA9-4A1B-9991-6AA74632A15B}"/>
          </ac:spMkLst>
        </pc:spChg>
        <pc:spChg chg="add">
          <ac:chgData name="Lilly Bayly" userId="69d7c427-8454-4384-a3a4-71b71f10bd54" providerId="ADAL" clId="{9F904465-2862-530D-A58C-2FB839F1C2E8}" dt="2026-05-25T20:38:59.714" v="513" actId="26606"/>
          <ac:spMkLst>
            <pc:docMk/>
            <pc:sldMk cId="902948878" sldId="257"/>
            <ac:spMk id="14" creationId="{867D4867-5BA7-4462-B2F6-A23F4A622AA7}"/>
          </ac:spMkLst>
        </pc:spChg>
        <pc:picChg chg="add mod ord">
          <ac:chgData name="Lilly Bayly" userId="69d7c427-8454-4384-a3a4-71b71f10bd54" providerId="ADAL" clId="{9F904465-2862-530D-A58C-2FB839F1C2E8}" dt="2026-05-25T20:38:59.714" v="513" actId="26606"/>
          <ac:picMkLst>
            <pc:docMk/>
            <pc:sldMk cId="902948878" sldId="257"/>
            <ac:picMk id="5" creationId="{B1B7A299-F176-FC8D-14BB-298798DDB518}"/>
          </ac:picMkLst>
        </pc:picChg>
        <pc:picChg chg="add mod">
          <ac:chgData name="Lilly Bayly" userId="69d7c427-8454-4384-a3a4-71b71f10bd54" providerId="ADAL" clId="{9F904465-2862-530D-A58C-2FB839F1C2E8}" dt="2026-05-25T20:38:59.714" v="513" actId="26606"/>
          <ac:picMkLst>
            <pc:docMk/>
            <pc:sldMk cId="902948878" sldId="257"/>
            <ac:picMk id="7" creationId="{01B8ECC8-3948-8427-70F4-51C3BDAF8FDA}"/>
          </ac:picMkLst>
        </pc:picChg>
      </pc:sldChg>
      <pc:sldChg chg="addSp delSp modSp new mod setBg">
        <pc:chgData name="Lilly Bayly" userId="69d7c427-8454-4384-a3a4-71b71f10bd54" providerId="ADAL" clId="{9F904465-2862-530D-A58C-2FB839F1C2E8}" dt="2026-05-25T20:48:32.166" v="762" actId="1076"/>
        <pc:sldMkLst>
          <pc:docMk/>
          <pc:sldMk cId="1369879707" sldId="258"/>
        </pc:sldMkLst>
        <pc:spChg chg="mod">
          <ac:chgData name="Lilly Bayly" userId="69d7c427-8454-4384-a3a4-71b71f10bd54" providerId="ADAL" clId="{9F904465-2862-530D-A58C-2FB839F1C2E8}" dt="2026-05-25T20:48:25.609" v="760" actId="26606"/>
          <ac:spMkLst>
            <pc:docMk/>
            <pc:sldMk cId="1369879707" sldId="258"/>
            <ac:spMk id="2" creationId="{9F503917-7806-D839-E39C-CF9D95B3A590}"/>
          </ac:spMkLst>
        </pc:spChg>
        <pc:spChg chg="add">
          <ac:chgData name="Lilly Bayly" userId="69d7c427-8454-4384-a3a4-71b71f10bd54" providerId="ADAL" clId="{9F904465-2862-530D-A58C-2FB839F1C2E8}" dt="2026-05-25T20:48:25.609" v="760" actId="26606"/>
          <ac:spMkLst>
            <pc:docMk/>
            <pc:sldMk cId="1369879707" sldId="258"/>
            <ac:spMk id="10" creationId="{419501C6-F015-4273-AF88-E0F6C853899F}"/>
          </ac:spMkLst>
        </pc:spChg>
        <pc:spChg chg="add">
          <ac:chgData name="Lilly Bayly" userId="69d7c427-8454-4384-a3a4-71b71f10bd54" providerId="ADAL" clId="{9F904465-2862-530D-A58C-2FB839F1C2E8}" dt="2026-05-25T20:48:25.609" v="760" actId="26606"/>
          <ac:spMkLst>
            <pc:docMk/>
            <pc:sldMk cId="1369879707" sldId="258"/>
            <ac:spMk id="12" creationId="{CA677DB7-5829-45BD-9754-5EC484CC4253}"/>
          </ac:spMkLst>
        </pc:spChg>
        <pc:picChg chg="add mod ord">
          <ac:chgData name="Lilly Bayly" userId="69d7c427-8454-4384-a3a4-71b71f10bd54" providerId="ADAL" clId="{9F904465-2862-530D-A58C-2FB839F1C2E8}" dt="2026-05-25T20:48:32.166" v="762" actId="1076"/>
          <ac:picMkLst>
            <pc:docMk/>
            <pc:sldMk cId="1369879707" sldId="258"/>
            <ac:picMk id="5" creationId="{FCA3324C-AE9E-BF2B-6E19-3BD9F9BA1579}"/>
          </ac:picMkLst>
        </pc:picChg>
      </pc:sldChg>
      <pc:sldChg chg="addSp delSp modSp new mod setBg setClrOvrMap">
        <pc:chgData name="Lilly Bayly" userId="69d7c427-8454-4384-a3a4-71b71f10bd54" providerId="ADAL" clId="{9F904465-2862-530D-A58C-2FB839F1C2E8}" dt="2026-05-31T22:27:15.769" v="2400" actId="26606"/>
        <pc:sldMkLst>
          <pc:docMk/>
          <pc:sldMk cId="3355177222" sldId="259"/>
        </pc:sldMkLst>
        <pc:spChg chg="mod">
          <ac:chgData name="Lilly Bayly" userId="69d7c427-8454-4384-a3a4-71b71f10bd54" providerId="ADAL" clId="{9F904465-2862-530D-A58C-2FB839F1C2E8}" dt="2026-05-31T22:27:15.769" v="2400" actId="26606"/>
          <ac:spMkLst>
            <pc:docMk/>
            <pc:sldMk cId="3355177222" sldId="259"/>
            <ac:spMk id="2" creationId="{CEE47077-B5C3-6E72-69B6-EF98207AED53}"/>
          </ac:spMkLst>
        </pc:spChg>
        <pc:spChg chg="mod">
          <ac:chgData name="Lilly Bayly" userId="69d7c427-8454-4384-a3a4-71b71f10bd54" providerId="ADAL" clId="{9F904465-2862-530D-A58C-2FB839F1C2E8}" dt="2026-05-31T22:27:15.769" v="2400" actId="26606"/>
          <ac:spMkLst>
            <pc:docMk/>
            <pc:sldMk cId="3355177222" sldId="259"/>
            <ac:spMk id="3" creationId="{A913633D-5129-4512-19FF-856355CFB5F0}"/>
          </ac:spMkLst>
        </pc:spChg>
        <pc:spChg chg="add del">
          <ac:chgData name="Lilly Bayly" userId="69d7c427-8454-4384-a3a4-71b71f10bd54" providerId="ADAL" clId="{9F904465-2862-530D-A58C-2FB839F1C2E8}" dt="2026-05-31T22:27:15.769" v="2400" actId="26606"/>
          <ac:spMkLst>
            <pc:docMk/>
            <pc:sldMk cId="3355177222" sldId="259"/>
            <ac:spMk id="8" creationId="{FB403EBD-907E-4D59-98D4-A72CD1063C62}"/>
          </ac:spMkLst>
        </pc:spChg>
        <pc:spChg chg="add">
          <ac:chgData name="Lilly Bayly" userId="69d7c427-8454-4384-a3a4-71b71f10bd54" providerId="ADAL" clId="{9F904465-2862-530D-A58C-2FB839F1C2E8}" dt="2026-05-31T22:27:15.769" v="2400" actId="26606"/>
          <ac:spMkLst>
            <pc:docMk/>
            <pc:sldMk cId="3355177222" sldId="259"/>
            <ac:spMk id="13" creationId="{C33976D1-3430-450C-A978-87A9A6E8E71F}"/>
          </ac:spMkLst>
        </pc:spChg>
        <pc:spChg chg="add">
          <ac:chgData name="Lilly Bayly" userId="69d7c427-8454-4384-a3a4-71b71f10bd54" providerId="ADAL" clId="{9F904465-2862-530D-A58C-2FB839F1C2E8}" dt="2026-05-31T22:27:15.769" v="2400" actId="26606"/>
          <ac:spMkLst>
            <pc:docMk/>
            <pc:sldMk cId="3355177222" sldId="259"/>
            <ac:spMk id="15" creationId="{7D6AAC78-7D86-415A-ADC1-2B474807960C}"/>
          </ac:spMkLst>
        </pc:spChg>
        <pc:spChg chg="add">
          <ac:chgData name="Lilly Bayly" userId="69d7c427-8454-4384-a3a4-71b71f10bd54" providerId="ADAL" clId="{9F904465-2862-530D-A58C-2FB839F1C2E8}" dt="2026-05-31T22:27:15.769" v="2400" actId="26606"/>
          <ac:spMkLst>
            <pc:docMk/>
            <pc:sldMk cId="3355177222" sldId="259"/>
            <ac:spMk id="17" creationId="{F2A658D9-F185-44F1-BA33-D50320D1D078}"/>
          </ac:spMkLst>
        </pc:spChg>
      </pc:sldChg>
      <pc:sldChg chg="addSp delSp modSp new mod setBg">
        <pc:chgData name="Lilly Bayly" userId="69d7c427-8454-4384-a3a4-71b71f10bd54" providerId="ADAL" clId="{9F904465-2862-530D-A58C-2FB839F1C2E8}" dt="2026-05-31T22:26:59.618" v="2397" actId="26606"/>
        <pc:sldMkLst>
          <pc:docMk/>
          <pc:sldMk cId="4090941176" sldId="260"/>
        </pc:sldMkLst>
        <pc:spChg chg="mod">
          <ac:chgData name="Lilly Bayly" userId="69d7c427-8454-4384-a3a4-71b71f10bd54" providerId="ADAL" clId="{9F904465-2862-530D-A58C-2FB839F1C2E8}" dt="2026-05-31T22:26:59.618" v="2397" actId="26606"/>
          <ac:spMkLst>
            <pc:docMk/>
            <pc:sldMk cId="4090941176" sldId="260"/>
            <ac:spMk id="2" creationId="{68391179-EFD4-1C38-452F-526195118455}"/>
          </ac:spMkLst>
        </pc:spChg>
        <pc:spChg chg="del mod">
          <ac:chgData name="Lilly Bayly" userId="69d7c427-8454-4384-a3a4-71b71f10bd54" providerId="ADAL" clId="{9F904465-2862-530D-A58C-2FB839F1C2E8}" dt="2026-05-31T22:26:39.571" v="2395" actId="478"/>
          <ac:spMkLst>
            <pc:docMk/>
            <pc:sldMk cId="4090941176" sldId="260"/>
            <ac:spMk id="3" creationId="{47F26FAE-DC3F-64A5-9A49-9DEDCCFFCD85}"/>
          </ac:spMkLst>
        </pc:spChg>
        <pc:spChg chg="add">
          <ac:chgData name="Lilly Bayly" userId="69d7c427-8454-4384-a3a4-71b71f10bd54" providerId="ADAL" clId="{9F904465-2862-530D-A58C-2FB839F1C2E8}" dt="2026-05-31T22:26:59.618" v="2397" actId="26606"/>
          <ac:spMkLst>
            <pc:docMk/>
            <pc:sldMk cId="4090941176" sldId="260"/>
            <ac:spMk id="7" creationId="{84167985-D6E9-40FF-97C0-4B6D373E85C9}"/>
          </ac:spMkLst>
        </pc:spChg>
        <pc:spChg chg="add">
          <ac:chgData name="Lilly Bayly" userId="69d7c427-8454-4384-a3a4-71b71f10bd54" providerId="ADAL" clId="{9F904465-2862-530D-A58C-2FB839F1C2E8}" dt="2026-05-31T22:26:59.618" v="2397" actId="26606"/>
          <ac:spMkLst>
            <pc:docMk/>
            <pc:sldMk cId="4090941176" sldId="260"/>
            <ac:spMk id="9" creationId="{68801362-349C-44BE-BEF6-8E926E1D38BC}"/>
          </ac:spMkLst>
        </pc:spChg>
      </pc:sldChg>
      <pc:sldChg chg="addSp delSp modSp add mod">
        <pc:chgData name="Lilly Bayly" userId="69d7c427-8454-4384-a3a4-71b71f10bd54" providerId="ADAL" clId="{9F904465-2862-530D-A58C-2FB839F1C2E8}" dt="2026-05-25T20:49:20.366" v="789" actId="1076"/>
        <pc:sldMkLst>
          <pc:docMk/>
          <pc:sldMk cId="1271119881" sldId="262"/>
        </pc:sldMkLst>
        <pc:picChg chg="add mod ord">
          <ac:chgData name="Lilly Bayly" userId="69d7c427-8454-4384-a3a4-71b71f10bd54" providerId="ADAL" clId="{9F904465-2862-530D-A58C-2FB839F1C2E8}" dt="2026-05-25T20:49:20.366" v="789" actId="1076"/>
          <ac:picMkLst>
            <pc:docMk/>
            <pc:sldMk cId="1271119881" sldId="262"/>
            <ac:picMk id="7" creationId="{352438FA-80C4-EFBB-FFC1-7931D2A28591}"/>
          </ac:picMkLst>
        </pc:picChg>
        <pc:picChg chg="add mod">
          <ac:chgData name="Lilly Bayly" userId="69d7c427-8454-4384-a3a4-71b71f10bd54" providerId="ADAL" clId="{9F904465-2862-530D-A58C-2FB839F1C2E8}" dt="2026-05-25T20:49:17.750" v="787" actId="1076"/>
          <ac:picMkLst>
            <pc:docMk/>
            <pc:sldMk cId="1271119881" sldId="262"/>
            <ac:picMk id="9" creationId="{6147A40E-E3F9-628C-FCC9-C16856E6B7FC}"/>
          </ac:picMkLst>
        </pc:picChg>
        <pc:picChg chg="add mod">
          <ac:chgData name="Lilly Bayly" userId="69d7c427-8454-4384-a3a4-71b71f10bd54" providerId="ADAL" clId="{9F904465-2862-530D-A58C-2FB839F1C2E8}" dt="2026-05-25T20:49:18.932" v="788" actId="1076"/>
          <ac:picMkLst>
            <pc:docMk/>
            <pc:sldMk cId="1271119881" sldId="262"/>
            <ac:picMk id="13" creationId="{6BBE0367-692E-4C27-EA00-BB9A26F41C3B}"/>
          </ac:picMkLst>
        </pc:picChg>
      </pc:sldChg>
      <pc:sldChg chg="addSp delSp modSp add mod">
        <pc:chgData name="Lilly Bayly" userId="69d7c427-8454-4384-a3a4-71b71f10bd54" providerId="ADAL" clId="{9F904465-2862-530D-A58C-2FB839F1C2E8}" dt="2026-05-25T20:51:26.715" v="803" actId="1076"/>
        <pc:sldMkLst>
          <pc:docMk/>
          <pc:sldMk cId="712412907" sldId="263"/>
        </pc:sldMkLst>
        <pc:picChg chg="add mod ord">
          <ac:chgData name="Lilly Bayly" userId="69d7c427-8454-4384-a3a4-71b71f10bd54" providerId="ADAL" clId="{9F904465-2862-530D-A58C-2FB839F1C2E8}" dt="2026-05-25T20:51:20.798" v="801" actId="1076"/>
          <ac:picMkLst>
            <pc:docMk/>
            <pc:sldMk cId="712412907" sldId="263"/>
            <ac:picMk id="6" creationId="{4A530864-7467-8573-726C-7F08F7C7A019}"/>
          </ac:picMkLst>
        </pc:picChg>
        <pc:picChg chg="add mod">
          <ac:chgData name="Lilly Bayly" userId="69d7c427-8454-4384-a3a4-71b71f10bd54" providerId="ADAL" clId="{9F904465-2862-530D-A58C-2FB839F1C2E8}" dt="2026-05-25T20:51:26.715" v="803" actId="1076"/>
          <ac:picMkLst>
            <pc:docMk/>
            <pc:sldMk cId="712412907" sldId="263"/>
            <ac:picMk id="11" creationId="{8E330CEE-4CF8-D73D-FDBC-68E147B10F25}"/>
          </ac:picMkLst>
        </pc:picChg>
      </pc:sldChg>
      <pc:sldChg chg="addSp delSp modSp add mod">
        <pc:chgData name="Lilly Bayly" userId="69d7c427-8454-4384-a3a4-71b71f10bd54" providerId="ADAL" clId="{9F904465-2862-530D-A58C-2FB839F1C2E8}" dt="2026-05-25T20:52:29.115" v="821" actId="1076"/>
        <pc:sldMkLst>
          <pc:docMk/>
          <pc:sldMk cId="3135033316" sldId="264"/>
        </pc:sldMkLst>
        <pc:picChg chg="add mod ord">
          <ac:chgData name="Lilly Bayly" userId="69d7c427-8454-4384-a3a4-71b71f10bd54" providerId="ADAL" clId="{9F904465-2862-530D-A58C-2FB839F1C2E8}" dt="2026-05-25T20:52:26.099" v="820" actId="1076"/>
          <ac:picMkLst>
            <pc:docMk/>
            <pc:sldMk cId="3135033316" sldId="264"/>
            <ac:picMk id="7" creationId="{5175E8AC-2BDA-B876-54FD-6E5E3FC3324B}"/>
          </ac:picMkLst>
        </pc:picChg>
        <pc:picChg chg="add mod">
          <ac:chgData name="Lilly Bayly" userId="69d7c427-8454-4384-a3a4-71b71f10bd54" providerId="ADAL" clId="{9F904465-2862-530D-A58C-2FB839F1C2E8}" dt="2026-05-25T20:52:29.115" v="821" actId="1076"/>
          <ac:picMkLst>
            <pc:docMk/>
            <pc:sldMk cId="3135033316" sldId="264"/>
            <ac:picMk id="9" creationId="{20DDFAB5-4473-0144-9B0D-0EC8ACBA6E6A}"/>
          </ac:picMkLst>
        </pc:picChg>
      </pc:sldChg>
      <pc:sldChg chg="addSp delSp modSp add mod setBg">
        <pc:chgData name="Lilly Bayly" userId="69d7c427-8454-4384-a3a4-71b71f10bd54" providerId="ADAL" clId="{9F904465-2862-530D-A58C-2FB839F1C2E8}" dt="2026-05-25T20:59:46.433" v="1025" actId="20577"/>
        <pc:sldMkLst>
          <pc:docMk/>
          <pc:sldMk cId="2774805598" sldId="265"/>
        </pc:sldMkLst>
        <pc:spChg chg="mod">
          <ac:chgData name="Lilly Bayly" userId="69d7c427-8454-4384-a3a4-71b71f10bd54" providerId="ADAL" clId="{9F904465-2862-530D-A58C-2FB839F1C2E8}" dt="2026-05-25T20:59:46.433" v="1025" actId="20577"/>
          <ac:spMkLst>
            <pc:docMk/>
            <pc:sldMk cId="2774805598" sldId="265"/>
            <ac:spMk id="2" creationId="{79455199-5F35-6EB8-CACD-6C039D581EA6}"/>
          </ac:spMkLst>
        </pc:spChg>
        <pc:spChg chg="add">
          <ac:chgData name="Lilly Bayly" userId="69d7c427-8454-4384-a3a4-71b71f10bd54" providerId="ADAL" clId="{9F904465-2862-530D-A58C-2FB839F1C2E8}" dt="2026-05-25T20:59:29.651" v="986" actId="26606"/>
          <ac:spMkLst>
            <pc:docMk/>
            <pc:sldMk cId="2774805598" sldId="265"/>
            <ac:spMk id="10" creationId="{7AD7C5BE-418C-4A44-91BF-28E411F75BCA}"/>
          </ac:spMkLst>
        </pc:spChg>
        <pc:picChg chg="add mod ord">
          <ac:chgData name="Lilly Bayly" userId="69d7c427-8454-4384-a3a4-71b71f10bd54" providerId="ADAL" clId="{9F904465-2862-530D-A58C-2FB839F1C2E8}" dt="2026-05-25T20:59:29.651" v="986" actId="26606"/>
          <ac:picMkLst>
            <pc:docMk/>
            <pc:sldMk cId="2774805598" sldId="265"/>
            <ac:picMk id="5" creationId="{B3994C0F-9D51-4933-70C6-7EB0FB47B9B7}"/>
          </ac:picMkLst>
        </pc:picChg>
      </pc:sldChg>
      <pc:sldChg chg="addSp delSp modSp add mod">
        <pc:chgData name="Lilly Bayly" userId="69d7c427-8454-4384-a3a4-71b71f10bd54" providerId="ADAL" clId="{9F904465-2862-530D-A58C-2FB839F1C2E8}" dt="2026-05-31T22:34:43.317" v="2692" actId="20577"/>
        <pc:sldMkLst>
          <pc:docMk/>
          <pc:sldMk cId="682569136" sldId="266"/>
        </pc:sldMkLst>
        <pc:spChg chg="mod">
          <ac:chgData name="Lilly Bayly" userId="69d7c427-8454-4384-a3a4-71b71f10bd54" providerId="ADAL" clId="{9F904465-2862-530D-A58C-2FB839F1C2E8}" dt="2026-05-31T22:34:31.705" v="2653" actId="20577"/>
          <ac:spMkLst>
            <pc:docMk/>
            <pc:sldMk cId="682569136" sldId="266"/>
            <ac:spMk id="2" creationId="{AB9D3667-5356-E6D1-FA7C-790FF8B98269}"/>
          </ac:spMkLst>
        </pc:spChg>
        <pc:spChg chg="add mod">
          <ac:chgData name="Lilly Bayly" userId="69d7c427-8454-4384-a3a4-71b71f10bd54" providerId="ADAL" clId="{9F904465-2862-530D-A58C-2FB839F1C2E8}" dt="2026-05-31T22:34:43.317" v="2692" actId="20577"/>
          <ac:spMkLst>
            <pc:docMk/>
            <pc:sldMk cId="682569136" sldId="266"/>
            <ac:spMk id="4" creationId="{94872DD9-EAA4-EDB7-F0DD-E1FAE1587ACB}"/>
          </ac:spMkLst>
        </pc:spChg>
        <pc:spChg chg="add del mod">
          <ac:chgData name="Lilly Bayly" userId="69d7c427-8454-4384-a3a4-71b71f10bd54" providerId="ADAL" clId="{9F904465-2862-530D-A58C-2FB839F1C2E8}" dt="2026-05-31T22:33:01.625" v="2632"/>
          <ac:spMkLst>
            <pc:docMk/>
            <pc:sldMk cId="682569136" sldId="266"/>
            <ac:spMk id="6" creationId="{B0288F38-2E7E-F669-99A4-D3027539663A}"/>
          </ac:spMkLst>
        </pc:spChg>
      </pc:sldChg>
      <pc:sldChg chg="addSp delSp modSp add del mod">
        <pc:chgData name="Lilly Bayly" userId="69d7c427-8454-4384-a3a4-71b71f10bd54" providerId="ADAL" clId="{9F904465-2862-530D-A58C-2FB839F1C2E8}" dt="2026-05-31T22:36:01.544" v="2709" actId="2696"/>
        <pc:sldMkLst>
          <pc:docMk/>
          <pc:sldMk cId="1944982301" sldId="267"/>
        </pc:sldMkLst>
        <pc:spChg chg="mod">
          <ac:chgData name="Lilly Bayly" userId="69d7c427-8454-4384-a3a4-71b71f10bd54" providerId="ADAL" clId="{9F904465-2862-530D-A58C-2FB839F1C2E8}" dt="2026-05-31T22:34:04.866" v="2639" actId="1076"/>
          <ac:spMkLst>
            <pc:docMk/>
            <pc:sldMk cId="1944982301" sldId="267"/>
            <ac:spMk id="2" creationId="{A297329F-22B9-2AEB-AA09-AF148190BD82}"/>
          </ac:spMkLst>
        </pc:spChg>
        <pc:spChg chg="mod">
          <ac:chgData name="Lilly Bayly" userId="69d7c427-8454-4384-a3a4-71b71f10bd54" providerId="ADAL" clId="{9F904465-2862-530D-A58C-2FB839F1C2E8}" dt="2026-05-31T22:33:59.533" v="2638" actId="14100"/>
          <ac:spMkLst>
            <pc:docMk/>
            <pc:sldMk cId="1944982301" sldId="267"/>
            <ac:spMk id="4" creationId="{85E5FB6D-2612-8BEF-FF1E-14FF8C73C557}"/>
          </ac:spMkLst>
        </pc:spChg>
        <pc:spChg chg="add del mod">
          <ac:chgData name="Lilly Bayly" userId="69d7c427-8454-4384-a3a4-71b71f10bd54" providerId="ADAL" clId="{9F904465-2862-530D-A58C-2FB839F1C2E8}" dt="2026-05-31T22:28:23.827" v="2438"/>
          <ac:spMkLst>
            <pc:docMk/>
            <pc:sldMk cId="1944982301" sldId="267"/>
            <ac:spMk id="8" creationId="{A318964D-AE4A-5EC0-F568-38E0D6E47F2A}"/>
          </ac:spMkLst>
        </pc:spChg>
        <pc:spChg chg="add del mod">
          <ac:chgData name="Lilly Bayly" userId="69d7c427-8454-4384-a3a4-71b71f10bd54" providerId="ADAL" clId="{9F904465-2862-530D-A58C-2FB839F1C2E8}" dt="2026-05-31T22:29:05.683" v="2615"/>
          <ac:spMkLst>
            <pc:docMk/>
            <pc:sldMk cId="1944982301" sldId="267"/>
            <ac:spMk id="9" creationId="{4D06DC6E-1389-AAE8-F650-2573FFC1358C}"/>
          </ac:spMkLst>
        </pc:spChg>
        <pc:spChg chg="add del">
          <ac:chgData name="Lilly Bayly" userId="69d7c427-8454-4384-a3a4-71b71f10bd54" providerId="ADAL" clId="{9F904465-2862-530D-A58C-2FB839F1C2E8}" dt="2026-05-31T22:33:54.726" v="2637" actId="26606"/>
          <ac:spMkLst>
            <pc:docMk/>
            <pc:sldMk cId="1944982301" sldId="267"/>
            <ac:spMk id="15" creationId="{1660E788-AFA9-4A1B-9991-6AA74632A15B}"/>
          </ac:spMkLst>
        </pc:spChg>
        <pc:spChg chg="add del">
          <ac:chgData name="Lilly Bayly" userId="69d7c427-8454-4384-a3a4-71b71f10bd54" providerId="ADAL" clId="{9F904465-2862-530D-A58C-2FB839F1C2E8}" dt="2026-05-31T22:33:54.726" v="2637" actId="26606"/>
          <ac:spMkLst>
            <pc:docMk/>
            <pc:sldMk cId="1944982301" sldId="267"/>
            <ac:spMk id="17" creationId="{867D4867-5BA7-4462-B2F6-A23F4A622AA7}"/>
          </ac:spMkLst>
        </pc:spChg>
        <pc:spChg chg="add del">
          <ac:chgData name="Lilly Bayly" userId="69d7c427-8454-4384-a3a4-71b71f10bd54" providerId="ADAL" clId="{9F904465-2862-530D-A58C-2FB839F1C2E8}" dt="2026-05-31T22:29:17.266" v="2618" actId="26606"/>
          <ac:spMkLst>
            <pc:docMk/>
            <pc:sldMk cId="1944982301" sldId="267"/>
            <ac:spMk id="22" creationId="{1660E788-AFA9-4A1B-9991-6AA74632A15B}"/>
          </ac:spMkLst>
        </pc:spChg>
        <pc:spChg chg="add del">
          <ac:chgData name="Lilly Bayly" userId="69d7c427-8454-4384-a3a4-71b71f10bd54" providerId="ADAL" clId="{9F904465-2862-530D-A58C-2FB839F1C2E8}" dt="2026-05-31T22:29:17.266" v="2618" actId="26606"/>
          <ac:spMkLst>
            <pc:docMk/>
            <pc:sldMk cId="1944982301" sldId="267"/>
            <ac:spMk id="24" creationId="{867D4867-5BA7-4462-B2F6-A23F4A622AA7}"/>
          </ac:spMkLst>
        </pc:spChg>
        <pc:picChg chg="add mod ord">
          <ac:chgData name="Lilly Bayly" userId="69d7c427-8454-4384-a3a4-71b71f10bd54" providerId="ADAL" clId="{9F904465-2862-530D-A58C-2FB839F1C2E8}" dt="2026-05-31T22:33:54.726" v="2637" actId="26606"/>
          <ac:picMkLst>
            <pc:docMk/>
            <pc:sldMk cId="1944982301" sldId="267"/>
            <ac:picMk id="5" creationId="{69877E62-EAD3-01BD-D1BE-6CF3CCA66CA4}"/>
          </ac:picMkLst>
        </pc:picChg>
        <pc:picChg chg="add mod ord">
          <ac:chgData name="Lilly Bayly" userId="69d7c427-8454-4384-a3a4-71b71f10bd54" providerId="ADAL" clId="{9F904465-2862-530D-A58C-2FB839F1C2E8}" dt="2026-05-31T22:33:54.726" v="2637" actId="26606"/>
          <ac:picMkLst>
            <pc:docMk/>
            <pc:sldMk cId="1944982301" sldId="267"/>
            <ac:picMk id="7" creationId="{2D871818-65DD-05E2-ABED-03ABACDF754D}"/>
          </ac:picMkLst>
        </pc:picChg>
      </pc:sldChg>
      <pc:sldChg chg="addSp delSp modSp add mod">
        <pc:chgData name="Lilly Bayly" userId="69d7c427-8454-4384-a3a4-71b71f10bd54" providerId="ADAL" clId="{9F904465-2862-530D-A58C-2FB839F1C2E8}" dt="2026-05-31T22:28:22.304" v="2436" actId="20577"/>
        <pc:sldMkLst>
          <pc:docMk/>
          <pc:sldMk cId="1218114964" sldId="268"/>
        </pc:sldMkLst>
        <pc:spChg chg="mod">
          <ac:chgData name="Lilly Bayly" userId="69d7c427-8454-4384-a3a4-71b71f10bd54" providerId="ADAL" clId="{9F904465-2862-530D-A58C-2FB839F1C2E8}" dt="2026-05-31T22:28:22.304" v="2436" actId="20577"/>
          <ac:spMkLst>
            <pc:docMk/>
            <pc:sldMk cId="1218114964" sldId="268"/>
            <ac:spMk id="2" creationId="{8C985BF3-1C5D-B396-5203-EA304E8F5987}"/>
          </ac:spMkLst>
        </pc:spChg>
        <pc:spChg chg="add del mod">
          <ac:chgData name="Lilly Bayly" userId="69d7c427-8454-4384-a3a4-71b71f10bd54" providerId="ADAL" clId="{9F904465-2862-530D-A58C-2FB839F1C2E8}" dt="2026-05-31T22:22:01.510" v="2341" actId="478"/>
          <ac:spMkLst>
            <pc:docMk/>
            <pc:sldMk cId="1218114964" sldId="268"/>
            <ac:spMk id="7" creationId="{B07B5920-3DD7-AE98-93DE-962AB1741BAE}"/>
          </ac:spMkLst>
        </pc:spChg>
        <pc:spChg chg="add del mod">
          <ac:chgData name="Lilly Bayly" userId="69d7c427-8454-4384-a3a4-71b71f10bd54" providerId="ADAL" clId="{9F904465-2862-530D-A58C-2FB839F1C2E8}" dt="2026-05-31T22:24:58.976" v="2344"/>
          <ac:spMkLst>
            <pc:docMk/>
            <pc:sldMk cId="1218114964" sldId="268"/>
            <ac:spMk id="9" creationId="{2A550635-126C-7B21-6B6C-424009A0D5DB}"/>
          </ac:spMkLst>
        </pc:spChg>
        <pc:picChg chg="add del mod ord">
          <ac:chgData name="Lilly Bayly" userId="69d7c427-8454-4384-a3a4-71b71f10bd54" providerId="ADAL" clId="{9F904465-2862-530D-A58C-2FB839F1C2E8}" dt="2026-05-31T22:22:09.211" v="2342" actId="478"/>
          <ac:picMkLst>
            <pc:docMk/>
            <pc:sldMk cId="1218114964" sldId="268"/>
            <ac:picMk id="5" creationId="{72C8BCA5-88FD-05C2-45C6-1614CA2808CE}"/>
          </ac:picMkLst>
        </pc:picChg>
        <pc:picChg chg="add mod ord">
          <ac:chgData name="Lilly Bayly" userId="69d7c427-8454-4384-a3a4-71b71f10bd54" providerId="ADAL" clId="{9F904465-2862-530D-A58C-2FB839F1C2E8}" dt="2026-05-31T22:25:15.316" v="2349" actId="1076"/>
          <ac:picMkLst>
            <pc:docMk/>
            <pc:sldMk cId="1218114964" sldId="268"/>
            <ac:picMk id="12" creationId="{43BF4B9C-A1BA-ED59-A904-CDC4C2080616}"/>
          </ac:picMkLst>
        </pc:picChg>
      </pc:sldChg>
      <pc:sldChg chg="addSp delSp modSp add mod setBg">
        <pc:chgData name="Lilly Bayly" userId="69d7c427-8454-4384-a3a4-71b71f10bd54" providerId="ADAL" clId="{9F904465-2862-530D-A58C-2FB839F1C2E8}" dt="2026-05-31T22:30:21.231" v="2629" actId="1076"/>
        <pc:sldMkLst>
          <pc:docMk/>
          <pc:sldMk cId="4014611144" sldId="269"/>
        </pc:sldMkLst>
        <pc:spChg chg="mod">
          <ac:chgData name="Lilly Bayly" userId="69d7c427-8454-4384-a3a4-71b71f10bd54" providerId="ADAL" clId="{9F904465-2862-530D-A58C-2FB839F1C2E8}" dt="2026-05-25T21:11:52.619" v="2036" actId="26606"/>
          <ac:spMkLst>
            <pc:docMk/>
            <pc:sldMk cId="4014611144" sldId="269"/>
            <ac:spMk id="2" creationId="{959F3239-5B1F-0C3F-2E9C-145CC14C9B0A}"/>
          </ac:spMkLst>
        </pc:spChg>
        <pc:spChg chg="add">
          <ac:chgData name="Lilly Bayly" userId="69d7c427-8454-4384-a3a4-71b71f10bd54" providerId="ADAL" clId="{9F904465-2862-530D-A58C-2FB839F1C2E8}" dt="2026-05-25T21:11:52.619" v="2036" actId="26606"/>
          <ac:spMkLst>
            <pc:docMk/>
            <pc:sldMk cId="4014611144" sldId="269"/>
            <ac:spMk id="29" creationId="{2F0F143B-3981-4FC2-BB15-0C5867633489}"/>
          </ac:spMkLst>
        </pc:spChg>
        <pc:picChg chg="add mod ord">
          <ac:chgData name="Lilly Bayly" userId="69d7c427-8454-4384-a3a4-71b71f10bd54" providerId="ADAL" clId="{9F904465-2862-530D-A58C-2FB839F1C2E8}" dt="2026-05-25T21:12:04.574" v="2042" actId="1076"/>
          <ac:picMkLst>
            <pc:docMk/>
            <pc:sldMk cId="4014611144" sldId="269"/>
            <ac:picMk id="7" creationId="{6BCF8423-A59C-6829-C66F-6FE4A76A8FD1}"/>
          </ac:picMkLst>
        </pc:picChg>
        <pc:picChg chg="add del mod">
          <ac:chgData name="Lilly Bayly" userId="69d7c427-8454-4384-a3a4-71b71f10bd54" providerId="ADAL" clId="{9F904465-2862-530D-A58C-2FB839F1C2E8}" dt="2026-05-31T22:29:52.481" v="2621" actId="478"/>
          <ac:picMkLst>
            <pc:docMk/>
            <pc:sldMk cId="4014611144" sldId="269"/>
            <ac:picMk id="9" creationId="{6C05BAAB-CE9F-11EC-93F0-ABB8A4E7D3CD}"/>
          </ac:picMkLst>
        </pc:picChg>
        <pc:picChg chg="add mod">
          <ac:chgData name="Lilly Bayly" userId="69d7c427-8454-4384-a3a4-71b71f10bd54" providerId="ADAL" clId="{9F904465-2862-530D-A58C-2FB839F1C2E8}" dt="2026-05-31T22:30:21.231" v="2629" actId="1076"/>
          <ac:picMkLst>
            <pc:docMk/>
            <pc:sldMk cId="4014611144" sldId="269"/>
            <ac:picMk id="12" creationId="{B243CF1E-FA5F-E385-5F0A-5BCAB8CA8CA6}"/>
          </ac:picMkLst>
        </pc:picChg>
      </pc:sldChg>
      <pc:sldChg chg="addSp delSp modSp add mod setBg">
        <pc:chgData name="Lilly Bayly" userId="69d7c427-8454-4384-a3a4-71b71f10bd54" providerId="ADAL" clId="{9F904465-2862-530D-A58C-2FB839F1C2E8}" dt="2026-05-25T21:23:05.639" v="2291" actId="1076"/>
        <pc:sldMkLst>
          <pc:docMk/>
          <pc:sldMk cId="1137213207" sldId="270"/>
        </pc:sldMkLst>
        <pc:spChg chg="mod">
          <ac:chgData name="Lilly Bayly" userId="69d7c427-8454-4384-a3a4-71b71f10bd54" providerId="ADAL" clId="{9F904465-2862-530D-A58C-2FB839F1C2E8}" dt="2026-05-25T21:23:01.754" v="2289" actId="26606"/>
          <ac:spMkLst>
            <pc:docMk/>
            <pc:sldMk cId="1137213207" sldId="270"/>
            <ac:spMk id="2" creationId="{B0B799AE-DE01-9067-AE98-068E374ED0D4}"/>
          </ac:spMkLst>
        </pc:spChg>
        <pc:spChg chg="add">
          <ac:chgData name="Lilly Bayly" userId="69d7c427-8454-4384-a3a4-71b71f10bd54" providerId="ADAL" clId="{9F904465-2862-530D-A58C-2FB839F1C2E8}" dt="2026-05-25T21:23:01.754" v="2289" actId="26606"/>
          <ac:spMkLst>
            <pc:docMk/>
            <pc:sldMk cId="1137213207" sldId="270"/>
            <ac:spMk id="10" creationId="{7AD7C5BE-418C-4A44-91BF-28E411F75BCA}"/>
          </ac:spMkLst>
        </pc:spChg>
        <pc:picChg chg="add mod ord">
          <ac:chgData name="Lilly Bayly" userId="69d7c427-8454-4384-a3a4-71b71f10bd54" providerId="ADAL" clId="{9F904465-2862-530D-A58C-2FB839F1C2E8}" dt="2026-05-25T21:23:05.639" v="2291" actId="1076"/>
          <ac:picMkLst>
            <pc:docMk/>
            <pc:sldMk cId="1137213207" sldId="270"/>
            <ac:picMk id="5" creationId="{1DF651BA-7D4F-F4AE-5BF0-EDF8A07E46CA}"/>
          </ac:picMkLst>
        </pc:picChg>
      </pc:sldChg>
      <pc:sldChg chg="addSp delSp modSp add del mod">
        <pc:chgData name="Lilly Bayly" userId="69d7c427-8454-4384-a3a4-71b71f10bd54" providerId="ADAL" clId="{9F904465-2862-530D-A58C-2FB839F1C2E8}" dt="2026-05-25T21:30:15.320" v="2337" actId="1076"/>
        <pc:sldMkLst>
          <pc:docMk/>
          <pc:sldMk cId="722548981" sldId="271"/>
        </pc:sldMkLst>
        <pc:spChg chg="mod">
          <ac:chgData name="Lilly Bayly" userId="69d7c427-8454-4384-a3a4-71b71f10bd54" providerId="ADAL" clId="{9F904465-2862-530D-A58C-2FB839F1C2E8}" dt="2026-05-25T21:23:28.725" v="2308" actId="20577"/>
          <ac:spMkLst>
            <pc:docMk/>
            <pc:sldMk cId="722548981" sldId="271"/>
            <ac:spMk id="2" creationId="{0A4ABB55-2E7A-AFF6-7F35-B46ACA716B90}"/>
          </ac:spMkLst>
        </pc:spChg>
        <pc:picChg chg="add mod ord">
          <ac:chgData name="Lilly Bayly" userId="69d7c427-8454-4384-a3a4-71b71f10bd54" providerId="ADAL" clId="{9F904465-2862-530D-A58C-2FB839F1C2E8}" dt="2026-05-25T21:30:15.320" v="2337" actId="1076"/>
          <ac:picMkLst>
            <pc:docMk/>
            <pc:sldMk cId="722548981" sldId="271"/>
            <ac:picMk id="7" creationId="{4AB1348A-695E-5F48-049C-29AA9BB699A1}"/>
          </ac:picMkLst>
        </pc:picChg>
      </pc:sldChg>
      <pc:sldChg chg="addSp delSp modSp add mod">
        <pc:chgData name="Lilly Bayly" userId="69d7c427-8454-4384-a3a4-71b71f10bd54" providerId="ADAL" clId="{9F904465-2862-530D-A58C-2FB839F1C2E8}" dt="2026-05-25T21:30:08.437" v="2335" actId="1076"/>
        <pc:sldMkLst>
          <pc:docMk/>
          <pc:sldMk cId="1726875007" sldId="272"/>
        </pc:sldMkLst>
        <pc:spChg chg="mod">
          <ac:chgData name="Lilly Bayly" userId="69d7c427-8454-4384-a3a4-71b71f10bd54" providerId="ADAL" clId="{9F904465-2862-530D-A58C-2FB839F1C2E8}" dt="2026-05-25T21:29:54.629" v="2328" actId="20577"/>
          <ac:spMkLst>
            <pc:docMk/>
            <pc:sldMk cId="1726875007" sldId="272"/>
            <ac:spMk id="2" creationId="{04CED3EC-F49E-5922-E8A8-FEA8F7D10D25}"/>
          </ac:spMkLst>
        </pc:spChg>
        <pc:picChg chg="add mod ord">
          <ac:chgData name="Lilly Bayly" userId="69d7c427-8454-4384-a3a4-71b71f10bd54" providerId="ADAL" clId="{9F904465-2862-530D-A58C-2FB839F1C2E8}" dt="2026-05-25T21:30:08.437" v="2335" actId="1076"/>
          <ac:picMkLst>
            <pc:docMk/>
            <pc:sldMk cId="1726875007" sldId="272"/>
            <ac:picMk id="6" creationId="{A372D658-352B-C37E-6617-5336FCD4C772}"/>
          </ac:picMkLst>
        </pc:picChg>
      </pc:sldChg>
      <pc:sldChg chg="addSp delSp modSp add mod">
        <pc:chgData name="Lilly Bayly" userId="69d7c427-8454-4384-a3a4-71b71f10bd54" providerId="ADAL" clId="{9F904465-2862-530D-A58C-2FB839F1C2E8}" dt="2026-05-31T23:00:02.164" v="2764" actId="14100"/>
        <pc:sldMkLst>
          <pc:docMk/>
          <pc:sldMk cId="2159457269" sldId="273"/>
        </pc:sldMkLst>
        <pc:spChg chg="mod">
          <ac:chgData name="Lilly Bayly" userId="69d7c427-8454-4384-a3a4-71b71f10bd54" providerId="ADAL" clId="{9F904465-2862-530D-A58C-2FB839F1C2E8}" dt="2026-05-31T22:34:23.668" v="2641"/>
          <ac:spMkLst>
            <pc:docMk/>
            <pc:sldMk cId="2159457269" sldId="273"/>
            <ac:spMk id="2" creationId="{8A444D56-0785-1224-36F8-1024AB82E168}"/>
          </ac:spMkLst>
        </pc:spChg>
        <pc:spChg chg="mod">
          <ac:chgData name="Lilly Bayly" userId="69d7c427-8454-4384-a3a4-71b71f10bd54" providerId="ADAL" clId="{9F904465-2862-530D-A58C-2FB839F1C2E8}" dt="2026-05-31T22:56:55.336" v="2734" actId="27636"/>
          <ac:spMkLst>
            <pc:docMk/>
            <pc:sldMk cId="2159457269" sldId="273"/>
            <ac:spMk id="4" creationId="{27AED726-DE31-A708-CF1B-1D64E3AEDF9D}"/>
          </ac:spMkLst>
        </pc:spChg>
        <pc:picChg chg="add mod modCrop">
          <ac:chgData name="Lilly Bayly" userId="69d7c427-8454-4384-a3a4-71b71f10bd54" providerId="ADAL" clId="{9F904465-2862-530D-A58C-2FB839F1C2E8}" dt="2026-05-31T22:57:33.033" v="2743" actId="732"/>
          <ac:picMkLst>
            <pc:docMk/>
            <pc:sldMk cId="2159457269" sldId="273"/>
            <ac:picMk id="3" creationId="{E622F7CF-52A5-6C15-DF41-3DF5B0B8555D}"/>
          </ac:picMkLst>
        </pc:picChg>
        <pc:picChg chg="add mod">
          <ac:chgData name="Lilly Bayly" userId="69d7c427-8454-4384-a3a4-71b71f10bd54" providerId="ADAL" clId="{9F904465-2862-530D-A58C-2FB839F1C2E8}" dt="2026-05-31T22:57:18.265" v="2742" actId="1076"/>
          <ac:picMkLst>
            <pc:docMk/>
            <pc:sldMk cId="2159457269" sldId="273"/>
            <ac:picMk id="5" creationId="{A8ED17C6-61CC-A4A6-4C52-6D3ED5F83330}"/>
          </ac:picMkLst>
        </pc:picChg>
        <pc:picChg chg="add mod">
          <ac:chgData name="Lilly Bayly" userId="69d7c427-8454-4384-a3a4-71b71f10bd54" providerId="ADAL" clId="{9F904465-2862-530D-A58C-2FB839F1C2E8}" dt="2026-05-31T22:57:44.466" v="2744" actId="1076"/>
          <ac:picMkLst>
            <pc:docMk/>
            <pc:sldMk cId="2159457269" sldId="273"/>
            <ac:picMk id="7" creationId="{8A78F460-43A8-77AB-86E5-299ECC59B7E4}"/>
          </ac:picMkLst>
        </pc:picChg>
        <pc:picChg chg="add mod">
          <ac:chgData name="Lilly Bayly" userId="69d7c427-8454-4384-a3a4-71b71f10bd54" providerId="ADAL" clId="{9F904465-2862-530D-A58C-2FB839F1C2E8}" dt="2026-05-31T22:58:48.082" v="2750" actId="1076"/>
          <ac:picMkLst>
            <pc:docMk/>
            <pc:sldMk cId="2159457269" sldId="273"/>
            <ac:picMk id="9" creationId="{8E715BFB-FB75-8153-FF55-5A88C0F52623}"/>
          </ac:picMkLst>
        </pc:picChg>
        <pc:cxnChg chg="add mod">
          <ac:chgData name="Lilly Bayly" userId="69d7c427-8454-4384-a3a4-71b71f10bd54" providerId="ADAL" clId="{9F904465-2862-530D-A58C-2FB839F1C2E8}" dt="2026-05-31T22:58:11.233" v="2747" actId="208"/>
          <ac:cxnSpMkLst>
            <pc:docMk/>
            <pc:sldMk cId="2159457269" sldId="273"/>
            <ac:cxnSpMk id="12" creationId="{95450499-8169-D1F2-BBF6-2AA99070AA36}"/>
          </ac:cxnSpMkLst>
        </pc:cxnChg>
        <pc:cxnChg chg="add del">
          <ac:chgData name="Lilly Bayly" userId="69d7c427-8454-4384-a3a4-71b71f10bd54" providerId="ADAL" clId="{9F904465-2862-530D-A58C-2FB839F1C2E8}" dt="2026-05-31T22:58:34.315" v="2749" actId="478"/>
          <ac:cxnSpMkLst>
            <pc:docMk/>
            <pc:sldMk cId="2159457269" sldId="273"/>
            <ac:cxnSpMk id="14" creationId="{4F9F48BA-E4A2-DB10-A66F-624FAA8A1FEC}"/>
          </ac:cxnSpMkLst>
        </pc:cxnChg>
        <pc:cxnChg chg="add mod">
          <ac:chgData name="Lilly Bayly" userId="69d7c427-8454-4384-a3a4-71b71f10bd54" providerId="ADAL" clId="{9F904465-2862-530D-A58C-2FB839F1C2E8}" dt="2026-05-31T23:00:02.164" v="2764" actId="14100"/>
          <ac:cxnSpMkLst>
            <pc:docMk/>
            <pc:sldMk cId="2159457269" sldId="273"/>
            <ac:cxnSpMk id="16" creationId="{0107B817-43B8-CF32-10A7-1DC43DA764FF}"/>
          </ac:cxnSpMkLst>
        </pc:cxnChg>
        <pc:cxnChg chg="add mod">
          <ac:chgData name="Lilly Bayly" userId="69d7c427-8454-4384-a3a4-71b71f10bd54" providerId="ADAL" clId="{9F904465-2862-530D-A58C-2FB839F1C2E8}" dt="2026-05-31T22:59:51.198" v="2761" actId="1076"/>
          <ac:cxnSpMkLst>
            <pc:docMk/>
            <pc:sldMk cId="2159457269" sldId="273"/>
            <ac:cxnSpMk id="19" creationId="{CC6A5564-9A4D-A387-FFBB-C9882069DE45}"/>
          </ac:cxnSpMkLst>
        </pc:cxn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2695194" y="4352544"/>
            <a:ext cx="6801612" cy="1239894"/>
          </a:xfrm>
          <a:noFill/>
        </p:spPr>
        <p:txBody>
          <a:bodyPr>
            <a:normAutofit/>
          </a:bodyPr>
          <a:lstStyle>
            <a:lvl1pPr marL="0" indent="0" algn="ctr">
              <a:buNone/>
              <a:defRPr sz="20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846CE7D5-CF57-46EF-B807-FDD0502418D4}" type="datetimeFigureOut">
              <a:rPr lang="en-GB" smtClean="0"/>
              <a:t>25/05/2026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733132036"/>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46CE7D5-CF57-46EF-B807-FDD0502418D4}" type="datetimeFigureOut">
              <a:rPr lang="en-GB" smtClean="0"/>
              <a:t>25/05/2026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7192875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2695194" y="4352465"/>
            <a:ext cx="6801612"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846CE7D5-CF57-46EF-B807-FDD0502418D4}" type="datetimeFigureOut">
              <a:rPr lang="en-GB" smtClean="0"/>
              <a:t>25/05/2026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943610750"/>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81912" y="2638044"/>
            <a:ext cx="4271771"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38315" y="2638044"/>
            <a:ext cx="4270247"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846CE7D5-CF57-46EF-B807-FDD0502418D4}" type="datetimeFigureOut">
              <a:rPr lang="en-GB" smtClean="0"/>
              <a:t>25/05/2026</a:t>
            </a:fld>
            <a:endParaRPr lang="en-GB"/>
          </a:p>
        </p:txBody>
      </p:sp>
      <p:sp>
        <p:nvSpPr>
          <p:cNvPr id="9" name="Footer Placeholder 8"/>
          <p:cNvSpPr>
            <a:spLocks noGrp="1"/>
          </p:cNvSpPr>
          <p:nvPr>
            <p:ph type="ftr" sz="quarter" idx="11"/>
          </p:nvPr>
        </p:nvSpPr>
        <p:spPr/>
        <p:txBody>
          <a:bodyPr/>
          <a:lstStyle/>
          <a:p>
            <a:endParaRPr lang="en-GB"/>
          </a:p>
        </p:txBody>
      </p:sp>
      <p:sp>
        <p:nvSpPr>
          <p:cNvPr id="10" name="Slide Number Placeholder 9"/>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54716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846CE7D5-CF57-46EF-B807-FDD0502418D4}" type="datetimeFigureOut">
              <a:rPr lang="en-GB" smtClean="0"/>
              <a:t>25/05/2026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3458525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46CE7D5-CF57-46EF-B807-FDD0502418D4}" type="datetimeFigureOut">
              <a:rPr lang="en-GB" smtClean="0"/>
              <a:t>25/05/2026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31482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25/05/2026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1095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846CE7D5-CF57-46EF-B807-FDD0502418D4}" type="datetimeFigureOut">
              <a:rPr lang="en-GB" smtClean="0"/>
              <a:t>25/05/2026</a:t>
            </a:fld>
            <a:endParaRPr lang="en-GB"/>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GB"/>
          </a:p>
        </p:txBody>
      </p:sp>
      <p:sp>
        <p:nvSpPr>
          <p:cNvPr id="11" name="Slide Number Placeholder 10"/>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984445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846CE7D5-CF57-46EF-B807-FDD0502418D4}" type="datetimeFigureOut">
              <a:rPr lang="en-GB" smtClean="0"/>
              <a:t>25/05/2026</a:t>
            </a:fld>
            <a:endParaRPr lang="en-GB"/>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GB"/>
          </a:p>
        </p:txBody>
      </p:sp>
      <p:sp>
        <p:nvSpPr>
          <p:cNvPr id="10" name="Slide Number Placeholder 9"/>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5182295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GB" smtClean="0"/>
              <a:t>25/05/2026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6806061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GB" smtClean="0"/>
              <a:t>25/05/2026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6268775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31136" y="2638044"/>
            <a:ext cx="7729728" cy="310198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821429" y="6238816"/>
            <a:ext cx="2753746" cy="323968"/>
          </a:xfrm>
          <a:prstGeom prst="rect">
            <a:avLst/>
          </a:prstGeom>
        </p:spPr>
        <p:txBody>
          <a:bodyPr vert="horz" lIns="91440" tIns="45720" rIns="91440" bIns="45720" rtlCol="0" anchor="ctr"/>
          <a:lstStyle>
            <a:lvl1pPr algn="r">
              <a:defRPr sz="1050">
                <a:solidFill>
                  <a:schemeClr val="tx1">
                    <a:alpha val="70000"/>
                  </a:schemeClr>
                </a:solidFill>
              </a:defRPr>
            </a:lvl1pPr>
          </a:lstStyle>
          <a:p>
            <a:fld id="{846CE7D5-CF57-46EF-B807-FDD0502418D4}" type="datetimeFigureOut">
              <a:rPr lang="en-GB" smtClean="0"/>
              <a:t>25/05/2026</a:t>
            </a:fld>
            <a:endParaRPr lang="en-GB"/>
          </a:p>
        </p:txBody>
      </p:sp>
      <p:sp>
        <p:nvSpPr>
          <p:cNvPr id="5" name="Footer Placeholder 4"/>
          <p:cNvSpPr>
            <a:spLocks noGrp="1"/>
          </p:cNvSpPr>
          <p:nvPr>
            <p:ph type="ftr" sz="quarter" idx="3"/>
          </p:nvPr>
        </p:nvSpPr>
        <p:spPr>
          <a:xfrm>
            <a:off x="1600200" y="6236208"/>
            <a:ext cx="5901189" cy="320040"/>
          </a:xfrm>
          <a:prstGeom prst="rect">
            <a:avLst/>
          </a:prstGeom>
        </p:spPr>
        <p:txBody>
          <a:bodyPr vert="horz" lIns="91440" tIns="45720" rIns="91440" bIns="45720" rtlCol="0" anchor="ctr"/>
          <a:lstStyle>
            <a:lvl1pPr algn="l">
              <a:defRPr sz="1050">
                <a:solidFill>
                  <a:schemeClr val="tx1">
                    <a:alpha val="70000"/>
                  </a:schemeClr>
                </a:solidFill>
              </a:defRPr>
            </a:lvl1pPr>
          </a:lstStyle>
          <a:p>
            <a:endParaRPr lang="en-GB"/>
          </a:p>
        </p:txBody>
      </p:sp>
      <p:sp>
        <p:nvSpPr>
          <p:cNvPr id="6" name="Slide Number Placeholder 5"/>
          <p:cNvSpPr>
            <a:spLocks noGrp="1"/>
          </p:cNvSpPr>
          <p:nvPr>
            <p:ph type="sldNum" sz="quarter" idx="4"/>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lvl1pPr algn="ctr">
              <a:defRPr sz="1100" spc="0" baseline="0">
                <a:solidFill>
                  <a:srgbClr val="FFFFFF"/>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1016954246"/>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Lst>
  <p:txStyles>
    <p:title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NYPD </a:t>
            </a:r>
            <a:r>
              <a:rPr lang="en-GB" dirty="0" err="1"/>
              <a:t>OffIcer</a:t>
            </a:r>
            <a:r>
              <a:rPr lang="en-GB" dirty="0"/>
              <a:t> 360</a:t>
            </a:r>
          </a:p>
        </p:txBody>
      </p:sp>
      <p:sp>
        <p:nvSpPr>
          <p:cNvPr id="3" name="Subtitle 2"/>
          <p:cNvSpPr>
            <a:spLocks noGrp="1"/>
          </p:cNvSpPr>
          <p:nvPr>
            <p:ph type="subTitle" idx="1"/>
          </p:nvPr>
        </p:nvSpPr>
        <p:spPr/>
        <p:txBody>
          <a:bodyPr/>
          <a:lstStyle/>
          <a:p>
            <a:r>
              <a:rPr lang="en-GB" dirty="0"/>
              <a:t>Lilly Bayly</a:t>
            </a:r>
          </a:p>
          <a:p>
            <a:endParaRPr lang="en-GB" dirty="0"/>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660E788-AFA9-4A1B-9991-6AA74632A1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67D4867-5BA7-4462-B2F6-A23F4A622A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7544653"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904C764-0FDF-F169-882A-003E505847D5}"/>
              </a:ext>
            </a:extLst>
          </p:cNvPr>
          <p:cNvSpPr>
            <a:spLocks noGrp="1"/>
          </p:cNvSpPr>
          <p:nvPr>
            <p:ph type="title"/>
          </p:nvPr>
        </p:nvSpPr>
        <p:spPr>
          <a:xfrm>
            <a:off x="643466" y="643467"/>
            <a:ext cx="6242719" cy="1728044"/>
          </a:xfrm>
          <a:noFill/>
          <a:ln>
            <a:solidFill>
              <a:schemeClr val="bg1"/>
            </a:solidFill>
          </a:ln>
        </p:spPr>
        <p:txBody>
          <a:bodyPr wrap="square">
            <a:normAutofit/>
          </a:bodyPr>
          <a:lstStyle/>
          <a:p>
            <a:r>
              <a:rPr lang="en-US" dirty="0">
                <a:solidFill>
                  <a:schemeClr val="bg1"/>
                </a:solidFill>
              </a:rPr>
              <a:t>Information story</a:t>
            </a:r>
          </a:p>
        </p:txBody>
      </p:sp>
      <p:sp>
        <p:nvSpPr>
          <p:cNvPr id="3" name="Content Placeholder 2">
            <a:extLst>
              <a:ext uri="{FF2B5EF4-FFF2-40B4-BE49-F238E27FC236}">
                <a16:creationId xmlns:a16="http://schemas.microsoft.com/office/drawing/2014/main" id="{40F88575-0E07-9E87-CEA3-0D2E7572B4EF}"/>
              </a:ext>
            </a:extLst>
          </p:cNvPr>
          <p:cNvSpPr>
            <a:spLocks noGrp="1"/>
          </p:cNvSpPr>
          <p:nvPr>
            <p:ph idx="1"/>
          </p:nvPr>
        </p:nvSpPr>
        <p:spPr>
          <a:xfrm>
            <a:off x="643467" y="2638044"/>
            <a:ext cx="6242715" cy="3415622"/>
          </a:xfrm>
        </p:spPr>
        <p:txBody>
          <a:bodyPr>
            <a:normAutofit/>
          </a:bodyPr>
          <a:lstStyle/>
          <a:p>
            <a:r>
              <a:rPr lang="en-US" dirty="0">
                <a:solidFill>
                  <a:schemeClr val="bg1"/>
                </a:solidFill>
              </a:rPr>
              <a:t>In New York City, complaints of police misconduct are handled by the Civilian Complaint Review Board </a:t>
            </a:r>
          </a:p>
          <a:p>
            <a:r>
              <a:rPr lang="en-US" dirty="0">
                <a:solidFill>
                  <a:schemeClr val="bg1"/>
                </a:solidFill>
              </a:rPr>
              <a:t>Inhabitants of New York City may be curious about the police officers in their area and want to search on an officer level </a:t>
            </a:r>
          </a:p>
          <a:p>
            <a:r>
              <a:rPr lang="en-US" dirty="0">
                <a:solidFill>
                  <a:schemeClr val="bg1"/>
                </a:solidFill>
              </a:rPr>
              <a:t>Having easy access to this information in a way that can be understood by a layperson is important for transparency and accountability </a:t>
            </a:r>
          </a:p>
          <a:p>
            <a:endParaRPr lang="en-US" dirty="0">
              <a:solidFill>
                <a:schemeClr val="bg1"/>
              </a:solidFill>
            </a:endParaRPr>
          </a:p>
          <a:p>
            <a:endParaRPr lang="en-US" dirty="0">
              <a:solidFill>
                <a:schemeClr val="bg1"/>
              </a:solidFill>
            </a:endParaRPr>
          </a:p>
          <a:p>
            <a:pPr marL="0" indent="0">
              <a:buNone/>
            </a:pPr>
            <a:endParaRPr lang="en-US" dirty="0">
              <a:solidFill>
                <a:schemeClr val="bg1"/>
              </a:solidFill>
            </a:endParaRPr>
          </a:p>
          <a:p>
            <a:endParaRPr lang="en-US" dirty="0">
              <a:solidFill>
                <a:schemeClr val="bg1"/>
              </a:solidFill>
            </a:endParaRPr>
          </a:p>
        </p:txBody>
      </p:sp>
      <p:pic>
        <p:nvPicPr>
          <p:cNvPr id="7" name="Picture 6">
            <a:extLst>
              <a:ext uri="{FF2B5EF4-FFF2-40B4-BE49-F238E27FC236}">
                <a16:creationId xmlns:a16="http://schemas.microsoft.com/office/drawing/2014/main" id="{01B8ECC8-3948-8427-70F4-51C3BDAF8F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86048" y="638946"/>
            <a:ext cx="2105444" cy="2629187"/>
          </a:xfrm>
          <a:prstGeom prst="rect">
            <a:avLst/>
          </a:prstGeom>
        </p:spPr>
      </p:pic>
      <p:pic>
        <p:nvPicPr>
          <p:cNvPr id="5" name="Picture 4">
            <a:extLst>
              <a:ext uri="{FF2B5EF4-FFF2-40B4-BE49-F238E27FC236}">
                <a16:creationId xmlns:a16="http://schemas.microsoft.com/office/drawing/2014/main" id="{B1B7A299-F176-FC8D-14BB-298798DDB5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06870" y="3589867"/>
            <a:ext cx="2463799" cy="2463799"/>
          </a:xfrm>
          <a:prstGeom prst="rect">
            <a:avLst/>
          </a:prstGeom>
        </p:spPr>
      </p:pic>
    </p:spTree>
    <p:extLst>
      <p:ext uri="{BB962C8B-B14F-4D97-AF65-F5344CB8AC3E}">
        <p14:creationId xmlns:p14="http://schemas.microsoft.com/office/powerpoint/2010/main" val="9029488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19501C6-F015-4273-AF88-E0F6C8538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A677DB7-5829-45BD-9754-5EC484CC42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654296"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F503917-7806-D839-E39C-CF9D95B3A590}"/>
              </a:ext>
            </a:extLst>
          </p:cNvPr>
          <p:cNvSpPr>
            <a:spLocks noGrp="1"/>
          </p:cNvSpPr>
          <p:nvPr>
            <p:ph type="title"/>
          </p:nvPr>
        </p:nvSpPr>
        <p:spPr>
          <a:xfrm>
            <a:off x="804672" y="2404872"/>
            <a:ext cx="3044950" cy="1627792"/>
          </a:xfrm>
        </p:spPr>
        <p:txBody>
          <a:bodyPr vert="horz" lIns="274320" tIns="182880" rIns="274320" bIns="182880" rtlCol="0" anchor="ctr" anchorCtr="1">
            <a:normAutofit/>
          </a:bodyPr>
          <a:lstStyle/>
          <a:p>
            <a:r>
              <a:rPr lang="en-US" dirty="0"/>
              <a:t>Existing structure</a:t>
            </a:r>
          </a:p>
        </p:txBody>
      </p:sp>
      <p:pic>
        <p:nvPicPr>
          <p:cNvPr id="5" name="Content Placeholder 4">
            <a:extLst>
              <a:ext uri="{FF2B5EF4-FFF2-40B4-BE49-F238E27FC236}">
                <a16:creationId xmlns:a16="http://schemas.microsoft.com/office/drawing/2014/main" id="{FCA3324C-AE9E-BF2B-6E19-3BD9F9BA157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967828" y="951964"/>
            <a:ext cx="6809723" cy="4954072"/>
          </a:xfrm>
          <a:prstGeom prst="rect">
            <a:avLst/>
          </a:prstGeom>
        </p:spPr>
      </p:pic>
    </p:spTree>
    <p:extLst>
      <p:ext uri="{BB962C8B-B14F-4D97-AF65-F5344CB8AC3E}">
        <p14:creationId xmlns:p14="http://schemas.microsoft.com/office/powerpoint/2010/main" val="13698797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3CFC25C-E7E2-41E7-1202-998B664435D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F7A22B2-AC96-1F3C-60A1-7D50BE65BE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310472B4-54C2-7334-2F23-2E2155A029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654296"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6EFA5B-5191-9294-F3CF-7078F39A31DD}"/>
              </a:ext>
            </a:extLst>
          </p:cNvPr>
          <p:cNvSpPr>
            <a:spLocks noGrp="1"/>
          </p:cNvSpPr>
          <p:nvPr>
            <p:ph type="title"/>
          </p:nvPr>
        </p:nvSpPr>
        <p:spPr>
          <a:xfrm>
            <a:off x="804672" y="2404872"/>
            <a:ext cx="3044950" cy="1627792"/>
          </a:xfrm>
        </p:spPr>
        <p:txBody>
          <a:bodyPr vert="horz" lIns="274320" tIns="182880" rIns="274320" bIns="182880" rtlCol="0" anchor="ctr" anchorCtr="1">
            <a:normAutofit/>
          </a:bodyPr>
          <a:lstStyle/>
          <a:p>
            <a:r>
              <a:rPr lang="en-US" dirty="0"/>
              <a:t>Existing structure</a:t>
            </a:r>
          </a:p>
        </p:txBody>
      </p:sp>
      <p:pic>
        <p:nvPicPr>
          <p:cNvPr id="7" name="Content Placeholder 6">
            <a:extLst>
              <a:ext uri="{FF2B5EF4-FFF2-40B4-BE49-F238E27FC236}">
                <a16:creationId xmlns:a16="http://schemas.microsoft.com/office/drawing/2014/main" id="{352438FA-80C4-EFBB-FFC1-7931D2A2859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910886" y="372873"/>
            <a:ext cx="7024524" cy="1659126"/>
          </a:xfrm>
          <a:prstGeom prst="rect">
            <a:avLst/>
          </a:prstGeom>
        </p:spPr>
      </p:pic>
      <p:pic>
        <p:nvPicPr>
          <p:cNvPr id="9" name="Picture 8">
            <a:extLst>
              <a:ext uri="{FF2B5EF4-FFF2-40B4-BE49-F238E27FC236}">
                <a16:creationId xmlns:a16="http://schemas.microsoft.com/office/drawing/2014/main" id="{6147A40E-E3F9-628C-FCC9-C16856E6B7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10886" y="4407119"/>
            <a:ext cx="7024524" cy="1633921"/>
          </a:xfrm>
          <a:prstGeom prst="rect">
            <a:avLst/>
          </a:prstGeom>
        </p:spPr>
      </p:pic>
      <p:pic>
        <p:nvPicPr>
          <p:cNvPr id="13" name="Picture 12">
            <a:extLst>
              <a:ext uri="{FF2B5EF4-FFF2-40B4-BE49-F238E27FC236}">
                <a16:creationId xmlns:a16="http://schemas.microsoft.com/office/drawing/2014/main" id="{6BBE0367-692E-4C27-EA00-BB9A26F41C3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10886" y="2404872"/>
            <a:ext cx="7024524" cy="1637496"/>
          </a:xfrm>
          <a:prstGeom prst="rect">
            <a:avLst/>
          </a:prstGeom>
        </p:spPr>
      </p:pic>
    </p:spTree>
    <p:extLst>
      <p:ext uri="{BB962C8B-B14F-4D97-AF65-F5344CB8AC3E}">
        <p14:creationId xmlns:p14="http://schemas.microsoft.com/office/powerpoint/2010/main" val="12711198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A38355A-3055-FEF3-04BC-E3D8EA606FF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996E9E5-F143-6CB4-D069-D4EC7C748D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5E1C9701-96D2-4215-2F07-965CCB9C3B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654296"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6DCECF4-CC22-7FC1-4421-1BB6C1972911}"/>
              </a:ext>
            </a:extLst>
          </p:cNvPr>
          <p:cNvSpPr>
            <a:spLocks noGrp="1"/>
          </p:cNvSpPr>
          <p:nvPr>
            <p:ph type="title"/>
          </p:nvPr>
        </p:nvSpPr>
        <p:spPr>
          <a:xfrm>
            <a:off x="804672" y="2404872"/>
            <a:ext cx="3044950" cy="1627792"/>
          </a:xfrm>
        </p:spPr>
        <p:txBody>
          <a:bodyPr vert="horz" lIns="274320" tIns="182880" rIns="274320" bIns="182880" rtlCol="0" anchor="ctr" anchorCtr="1">
            <a:normAutofit/>
          </a:bodyPr>
          <a:lstStyle/>
          <a:p>
            <a:r>
              <a:rPr lang="en-US" dirty="0"/>
              <a:t>Existing structure</a:t>
            </a:r>
          </a:p>
        </p:txBody>
      </p:sp>
      <p:pic>
        <p:nvPicPr>
          <p:cNvPr id="6" name="Content Placeholder 5">
            <a:extLst>
              <a:ext uri="{FF2B5EF4-FFF2-40B4-BE49-F238E27FC236}">
                <a16:creationId xmlns:a16="http://schemas.microsoft.com/office/drawing/2014/main" id="{4A530864-7467-8573-726C-7F08F7C7A01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923207" y="327025"/>
            <a:ext cx="3271860" cy="3101975"/>
          </a:xfrm>
          <a:prstGeom prst="rect">
            <a:avLst/>
          </a:prstGeom>
        </p:spPr>
      </p:pic>
      <p:pic>
        <p:nvPicPr>
          <p:cNvPr id="11" name="Picture 10">
            <a:extLst>
              <a:ext uri="{FF2B5EF4-FFF2-40B4-BE49-F238E27FC236}">
                <a16:creationId xmlns:a16="http://schemas.microsoft.com/office/drawing/2014/main" id="{8E330CEE-4CF8-D73D-FDBC-68E147B10F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32348" y="2495921"/>
            <a:ext cx="2922370" cy="3948545"/>
          </a:xfrm>
          <a:prstGeom prst="rect">
            <a:avLst/>
          </a:prstGeom>
        </p:spPr>
      </p:pic>
    </p:spTree>
    <p:extLst>
      <p:ext uri="{BB962C8B-B14F-4D97-AF65-F5344CB8AC3E}">
        <p14:creationId xmlns:p14="http://schemas.microsoft.com/office/powerpoint/2010/main" val="7124129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212C675-84E7-E547-3DC9-1ADAEB3B01E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129F2EB-DFC8-206D-727C-E201DFFCE9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FC31580-64FB-129D-9515-C91249942E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654296"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B6A6C5A-E919-D3AF-73F6-E87B2FA46C8C}"/>
              </a:ext>
            </a:extLst>
          </p:cNvPr>
          <p:cNvSpPr>
            <a:spLocks noGrp="1"/>
          </p:cNvSpPr>
          <p:nvPr>
            <p:ph type="title"/>
          </p:nvPr>
        </p:nvSpPr>
        <p:spPr>
          <a:xfrm>
            <a:off x="804672" y="2404872"/>
            <a:ext cx="3044950" cy="1627792"/>
          </a:xfrm>
        </p:spPr>
        <p:txBody>
          <a:bodyPr vert="horz" lIns="274320" tIns="182880" rIns="274320" bIns="182880" rtlCol="0" anchor="ctr" anchorCtr="1">
            <a:normAutofit/>
          </a:bodyPr>
          <a:lstStyle/>
          <a:p>
            <a:r>
              <a:rPr lang="en-US" dirty="0"/>
              <a:t>Existing structure</a:t>
            </a:r>
          </a:p>
        </p:txBody>
      </p:sp>
      <p:pic>
        <p:nvPicPr>
          <p:cNvPr id="7" name="Content Placeholder 6">
            <a:extLst>
              <a:ext uri="{FF2B5EF4-FFF2-40B4-BE49-F238E27FC236}">
                <a16:creationId xmlns:a16="http://schemas.microsoft.com/office/drawing/2014/main" id="{5175E8AC-2BDA-B876-54FD-6E5E3FC3324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316057" y="3307633"/>
            <a:ext cx="3672345" cy="3324238"/>
          </a:xfrm>
          <a:prstGeom prst="rect">
            <a:avLst/>
          </a:prstGeom>
        </p:spPr>
      </p:pic>
      <p:pic>
        <p:nvPicPr>
          <p:cNvPr id="9" name="Picture 8">
            <a:extLst>
              <a:ext uri="{FF2B5EF4-FFF2-40B4-BE49-F238E27FC236}">
                <a16:creationId xmlns:a16="http://schemas.microsoft.com/office/drawing/2014/main" id="{20DDFAB5-4473-0144-9B0D-0EC8ACBA6E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99415" y="226129"/>
            <a:ext cx="5129948" cy="2998021"/>
          </a:xfrm>
          <a:prstGeom prst="rect">
            <a:avLst/>
          </a:prstGeom>
        </p:spPr>
      </p:pic>
    </p:spTree>
    <p:extLst>
      <p:ext uri="{BB962C8B-B14F-4D97-AF65-F5344CB8AC3E}">
        <p14:creationId xmlns:p14="http://schemas.microsoft.com/office/powerpoint/2010/main" val="31350333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33976D1-3430-450C-A978-87A9A6E8E7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D6AAC78-7D86-415A-ADC1-2B47480796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49680" y="1248156"/>
            <a:ext cx="9692640" cy="4361688"/>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2A658D9-F185-44F1-BA33-D50320D1D0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62228" y="1060704"/>
            <a:ext cx="10067544" cy="4736592"/>
          </a:xfrm>
          <a:prstGeom prst="rect">
            <a:avLst/>
          </a:prstGeom>
          <a:noFill/>
          <a:ln w="317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EE47077-B5C3-6E72-69B6-EF98207AED53}"/>
              </a:ext>
            </a:extLst>
          </p:cNvPr>
          <p:cNvSpPr>
            <a:spLocks noGrp="1"/>
          </p:cNvSpPr>
          <p:nvPr>
            <p:ph type="title"/>
          </p:nvPr>
        </p:nvSpPr>
        <p:spPr>
          <a:xfrm>
            <a:off x="2231136" y="467418"/>
            <a:ext cx="7729728" cy="1188720"/>
          </a:xfrm>
          <a:solidFill>
            <a:srgbClr val="FFFFFF"/>
          </a:solidFill>
        </p:spPr>
        <p:txBody>
          <a:bodyPr>
            <a:normAutofit/>
          </a:bodyPr>
          <a:lstStyle/>
          <a:p>
            <a:r>
              <a:rPr lang="en-US"/>
              <a:t>FAIR assessment </a:t>
            </a:r>
          </a:p>
        </p:txBody>
      </p:sp>
      <p:sp>
        <p:nvSpPr>
          <p:cNvPr id="3" name="Content Placeholder 2">
            <a:extLst>
              <a:ext uri="{FF2B5EF4-FFF2-40B4-BE49-F238E27FC236}">
                <a16:creationId xmlns:a16="http://schemas.microsoft.com/office/drawing/2014/main" id="{A913633D-5129-4512-19FF-856355CFB5F0}"/>
              </a:ext>
            </a:extLst>
          </p:cNvPr>
          <p:cNvSpPr>
            <a:spLocks noGrp="1"/>
          </p:cNvSpPr>
          <p:nvPr>
            <p:ph idx="1"/>
          </p:nvPr>
        </p:nvSpPr>
        <p:spPr>
          <a:xfrm>
            <a:off x="1706062" y="2291262"/>
            <a:ext cx="8779512" cy="2879256"/>
          </a:xfrm>
        </p:spPr>
        <p:txBody>
          <a:bodyPr>
            <a:normAutofit/>
          </a:bodyPr>
          <a:lstStyle/>
          <a:p>
            <a:pPr marL="0" indent="0">
              <a:buNone/>
            </a:pPr>
            <a:r>
              <a:rPr lang="en-US">
                <a:solidFill>
                  <a:srgbClr val="404040"/>
                </a:solidFill>
              </a:rPr>
              <a:t>This project integrates different datasets about the New York City Police Department that are available through the New York City Open Data portal. Each of the base data sets comes with a set of metadata (F, I, R) that clearly lays out how the data was created and have data dictionaries to go along with them to explain terms used (I). This metadata has been enhanced with further information from other sources, and will be provided as a set of metadata and explanation of terms to provide context for the information (A, I, R). The final dataset will be searchable to allow for easy information retrieval and will also be exportable as a csv file (F, I). The data and metadata can be reused by others following the steps outlined above (R).</a:t>
            </a:r>
          </a:p>
        </p:txBody>
      </p:sp>
    </p:spTree>
    <p:extLst>
      <p:ext uri="{BB962C8B-B14F-4D97-AF65-F5344CB8AC3E}">
        <p14:creationId xmlns:p14="http://schemas.microsoft.com/office/powerpoint/2010/main" val="3355177222"/>
      </p:ext>
    </p:extLst>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4167985-D6E9-40FF-97C0-4B6D373E85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68" y="640080"/>
            <a:ext cx="10911865" cy="4626864"/>
          </a:xfrm>
          <a:prstGeom prst="rect">
            <a:avLst/>
          </a:prstGeom>
          <a:noFill/>
          <a:ln w="317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68801362-349C-44BE-BEF6-8E926E1D38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6196" y="804672"/>
            <a:ext cx="10579608" cy="42976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8391179-EFD4-1C38-452F-526195118455}"/>
              </a:ext>
            </a:extLst>
          </p:cNvPr>
          <p:cNvSpPr>
            <a:spLocks noGrp="1"/>
          </p:cNvSpPr>
          <p:nvPr>
            <p:ph type="title"/>
          </p:nvPr>
        </p:nvSpPr>
        <p:spPr>
          <a:xfrm>
            <a:off x="1262729" y="1289303"/>
            <a:ext cx="9638443" cy="3339303"/>
          </a:xfrm>
          <a:ln>
            <a:noFill/>
          </a:ln>
        </p:spPr>
        <p:txBody>
          <a:bodyPr vert="horz" lIns="274320" tIns="182880" rIns="274320" bIns="182880" rtlCol="0" anchor="ctr" anchorCtr="1">
            <a:normAutofit/>
          </a:bodyPr>
          <a:lstStyle/>
          <a:p>
            <a:r>
              <a:rPr lang="en-US" sz="5000" kern="1200" cap="all" spc="200" baseline="0">
                <a:solidFill>
                  <a:srgbClr val="262626"/>
                </a:solidFill>
                <a:latin typeface="+mj-lt"/>
                <a:ea typeface="+mj-ea"/>
                <a:cs typeface="+mj-cs"/>
              </a:rPr>
              <a:t>Changes &amp; improvements to the structure</a:t>
            </a:r>
          </a:p>
        </p:txBody>
      </p:sp>
    </p:spTree>
    <p:extLst>
      <p:ext uri="{BB962C8B-B14F-4D97-AF65-F5344CB8AC3E}">
        <p14:creationId xmlns:p14="http://schemas.microsoft.com/office/powerpoint/2010/main" val="40909411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8C85A2BB-7897-366B-C0C3-D11D4156362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AD7C5BE-418C-4A44-91BF-28E411F75B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120" y="1559052"/>
            <a:ext cx="10271760" cy="4347972"/>
          </a:xfrm>
          <a:prstGeom prst="rect">
            <a:avLst/>
          </a:prstGeom>
          <a:solidFill>
            <a:srgbClr val="FFFFFF"/>
          </a:solidFill>
          <a:ln w="31750">
            <a:solidFill>
              <a:srgbClr val="4040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455199-5F35-6EB8-CACD-6C039D581EA6}"/>
              </a:ext>
            </a:extLst>
          </p:cNvPr>
          <p:cNvSpPr>
            <a:spLocks noGrp="1"/>
          </p:cNvSpPr>
          <p:nvPr>
            <p:ph type="title"/>
          </p:nvPr>
        </p:nvSpPr>
        <p:spPr>
          <a:xfrm>
            <a:off x="2231136" y="964692"/>
            <a:ext cx="7729728" cy="1188720"/>
          </a:xfrm>
          <a:ln>
            <a:solidFill>
              <a:srgbClr val="404040"/>
            </a:solidFill>
          </a:ln>
        </p:spPr>
        <p:txBody>
          <a:bodyPr vert="horz" lIns="182880" tIns="182880" rIns="182880" bIns="182880" rtlCol="0" anchor="ctr">
            <a:normAutofit/>
          </a:bodyPr>
          <a:lstStyle/>
          <a:p>
            <a:r>
              <a:rPr lang="en-US" dirty="0"/>
              <a:t>Step 1: Pull data from portal</a:t>
            </a:r>
          </a:p>
        </p:txBody>
      </p:sp>
      <p:pic>
        <p:nvPicPr>
          <p:cNvPr id="5" name="Content Placeholder 4">
            <a:extLst>
              <a:ext uri="{FF2B5EF4-FFF2-40B4-BE49-F238E27FC236}">
                <a16:creationId xmlns:a16="http://schemas.microsoft.com/office/drawing/2014/main" id="{B3994C0F-9D51-4933-70C6-7EB0FB47B9B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444752" y="2713794"/>
            <a:ext cx="9314170" cy="2468256"/>
          </a:xfrm>
          <a:prstGeom prst="rect">
            <a:avLst/>
          </a:prstGeom>
        </p:spPr>
      </p:pic>
    </p:spTree>
    <p:extLst>
      <p:ext uri="{BB962C8B-B14F-4D97-AF65-F5344CB8AC3E}">
        <p14:creationId xmlns:p14="http://schemas.microsoft.com/office/powerpoint/2010/main" val="27748055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E5FC2C58-616E-DD67-DB6C-71C6B5C03C2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A6C6931-2BC3-413A-A354-9BA643A5FF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120" y="1559052"/>
            <a:ext cx="10271760" cy="4347972"/>
          </a:xfrm>
          <a:prstGeom prst="rect">
            <a:avLst/>
          </a:prstGeom>
          <a:solidFill>
            <a:srgbClr val="FFFFFF"/>
          </a:solidFill>
          <a:ln w="31750">
            <a:solidFill>
              <a:srgbClr val="4040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B9D3667-5356-E6D1-FA7C-790FF8B98269}"/>
              </a:ext>
            </a:extLst>
          </p:cNvPr>
          <p:cNvSpPr>
            <a:spLocks noGrp="1"/>
          </p:cNvSpPr>
          <p:nvPr>
            <p:ph type="title"/>
          </p:nvPr>
        </p:nvSpPr>
        <p:spPr>
          <a:xfrm>
            <a:off x="2231136" y="964692"/>
            <a:ext cx="7729728" cy="1188720"/>
          </a:xfrm>
          <a:ln>
            <a:solidFill>
              <a:srgbClr val="404040"/>
            </a:solidFill>
          </a:ln>
        </p:spPr>
        <p:txBody>
          <a:bodyPr vert="horz" lIns="182880" tIns="182880" rIns="182880" bIns="182880" rtlCol="0" anchor="ctr">
            <a:normAutofit/>
          </a:bodyPr>
          <a:lstStyle/>
          <a:p>
            <a:r>
              <a:rPr lang="en-US" dirty="0"/>
              <a:t>Step 2: filter, merge, reformat, export</a:t>
            </a:r>
          </a:p>
        </p:txBody>
      </p:sp>
      <p:sp>
        <p:nvSpPr>
          <p:cNvPr id="4" name="Content Placeholder 3">
            <a:extLst>
              <a:ext uri="{FF2B5EF4-FFF2-40B4-BE49-F238E27FC236}">
                <a16:creationId xmlns:a16="http://schemas.microsoft.com/office/drawing/2014/main" id="{94872DD9-EAA4-EDB7-F0DD-E1FAE1587ACB}"/>
              </a:ext>
            </a:extLst>
          </p:cNvPr>
          <p:cNvSpPr>
            <a:spLocks noGrp="1"/>
          </p:cNvSpPr>
          <p:nvPr>
            <p:ph idx="1"/>
          </p:nvPr>
        </p:nvSpPr>
        <p:spPr>
          <a:xfrm>
            <a:off x="1248032" y="2335428"/>
            <a:ext cx="9823622" cy="3404600"/>
          </a:xfrm>
        </p:spPr>
        <p:txBody>
          <a:bodyPr/>
          <a:lstStyle/>
          <a:p>
            <a:r>
              <a:rPr lang="en-US" dirty="0"/>
              <a:t>Filter for active officers – reduces the number of records, and makes sense for information story </a:t>
            </a:r>
          </a:p>
          <a:p>
            <a:r>
              <a:rPr lang="en-US" dirty="0"/>
              <a:t>Merge three csv files on shared keys </a:t>
            </a:r>
          </a:p>
          <a:p>
            <a:pPr lvl="1"/>
            <a:r>
              <a:rPr lang="en-US" dirty="0"/>
              <a:t>Active officers and allegations on Tax ID </a:t>
            </a:r>
          </a:p>
          <a:p>
            <a:pPr lvl="1"/>
            <a:r>
              <a:rPr lang="en-US" dirty="0"/>
              <a:t>Merge resulting </a:t>
            </a:r>
            <a:r>
              <a:rPr lang="en-US" dirty="0" err="1"/>
              <a:t>dataframe</a:t>
            </a:r>
            <a:r>
              <a:rPr lang="en-US" dirty="0"/>
              <a:t> with complaints on Complaint ID </a:t>
            </a:r>
          </a:p>
          <a:p>
            <a:r>
              <a:rPr lang="en-US" dirty="0"/>
              <a:t>Filter by borough (Manhattan, Queens, Brooklyn, Staten Island, Bronx) – user can make their own choice </a:t>
            </a:r>
          </a:p>
          <a:p>
            <a:r>
              <a:rPr lang="en-US" dirty="0"/>
              <a:t>Filter out duplicate or out of date columns </a:t>
            </a:r>
          </a:p>
          <a:p>
            <a:r>
              <a:rPr lang="en-US" dirty="0"/>
              <a:t>Reformat dates so that they can be ingested into </a:t>
            </a:r>
            <a:r>
              <a:rPr lang="en-US" dirty="0" err="1"/>
              <a:t>AirTable</a:t>
            </a:r>
            <a:r>
              <a:rPr lang="en-US" dirty="0"/>
              <a:t> </a:t>
            </a:r>
          </a:p>
          <a:p>
            <a:r>
              <a:rPr lang="en-US" dirty="0"/>
              <a:t>Export resulting csv from notebook</a:t>
            </a:r>
          </a:p>
          <a:p>
            <a:endParaRPr lang="en-US" dirty="0"/>
          </a:p>
          <a:p>
            <a:pPr marL="228600" lvl="1" indent="0">
              <a:buNone/>
            </a:pPr>
            <a:endParaRPr lang="en-US" dirty="0"/>
          </a:p>
          <a:p>
            <a:pPr lvl="1"/>
            <a:endParaRPr lang="en-US" dirty="0"/>
          </a:p>
        </p:txBody>
      </p:sp>
    </p:spTree>
    <p:extLst>
      <p:ext uri="{BB962C8B-B14F-4D97-AF65-F5344CB8AC3E}">
        <p14:creationId xmlns:p14="http://schemas.microsoft.com/office/powerpoint/2010/main" val="6825691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0BDA9F12-32E9-E6B9-0A73-1AECF171D1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A652EFA-1502-1E5E-D8A6-BB71B4EADE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120" y="1559052"/>
            <a:ext cx="10271760" cy="4347972"/>
          </a:xfrm>
          <a:prstGeom prst="rect">
            <a:avLst/>
          </a:prstGeom>
          <a:solidFill>
            <a:srgbClr val="FFFFFF"/>
          </a:solidFill>
          <a:ln w="31750">
            <a:solidFill>
              <a:srgbClr val="4040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444D56-0785-1224-36F8-1024AB82E168}"/>
              </a:ext>
            </a:extLst>
          </p:cNvPr>
          <p:cNvSpPr>
            <a:spLocks noGrp="1"/>
          </p:cNvSpPr>
          <p:nvPr>
            <p:ph type="title"/>
          </p:nvPr>
        </p:nvSpPr>
        <p:spPr>
          <a:xfrm>
            <a:off x="2231136" y="964692"/>
            <a:ext cx="7729728" cy="1188720"/>
          </a:xfrm>
          <a:ln>
            <a:solidFill>
              <a:srgbClr val="404040"/>
            </a:solidFill>
          </a:ln>
        </p:spPr>
        <p:txBody>
          <a:bodyPr vert="horz" lIns="182880" tIns="182880" rIns="182880" bIns="182880" rtlCol="0" anchor="ctr">
            <a:normAutofit/>
          </a:bodyPr>
          <a:lstStyle/>
          <a:p>
            <a:r>
              <a:rPr lang="en-US" dirty="0"/>
              <a:t>Step 3: Upload into </a:t>
            </a:r>
            <a:r>
              <a:rPr lang="en-US" dirty="0" err="1"/>
              <a:t>airtable</a:t>
            </a:r>
            <a:endParaRPr lang="en-US" dirty="0"/>
          </a:p>
        </p:txBody>
      </p:sp>
      <p:sp>
        <p:nvSpPr>
          <p:cNvPr id="4" name="Content Placeholder 3">
            <a:extLst>
              <a:ext uri="{FF2B5EF4-FFF2-40B4-BE49-F238E27FC236}">
                <a16:creationId xmlns:a16="http://schemas.microsoft.com/office/drawing/2014/main" id="{27AED726-DE31-A708-CF1B-1D64E3AEDF9D}"/>
              </a:ext>
            </a:extLst>
          </p:cNvPr>
          <p:cNvSpPr>
            <a:spLocks noGrp="1"/>
          </p:cNvSpPr>
          <p:nvPr>
            <p:ph idx="1"/>
          </p:nvPr>
        </p:nvSpPr>
        <p:spPr>
          <a:xfrm>
            <a:off x="1248033" y="2335428"/>
            <a:ext cx="3431544" cy="1450019"/>
          </a:xfrm>
        </p:spPr>
        <p:txBody>
          <a:bodyPr>
            <a:normAutofit fontScale="92500" lnSpcReduction="10000"/>
          </a:bodyPr>
          <a:lstStyle/>
          <a:p>
            <a:pPr lvl="1"/>
            <a:r>
              <a:rPr lang="en-US" sz="1800" dirty="0"/>
              <a:t>Make a copy of the template for personal use </a:t>
            </a:r>
          </a:p>
          <a:p>
            <a:pPr lvl="1"/>
            <a:r>
              <a:rPr lang="en-US" sz="1800" dirty="0"/>
              <a:t>Columns automatically map on upload, including the associated column metadata </a:t>
            </a:r>
          </a:p>
          <a:p>
            <a:endParaRPr lang="en-US" dirty="0"/>
          </a:p>
          <a:p>
            <a:pPr marL="228600" lvl="1" indent="0">
              <a:buNone/>
            </a:pPr>
            <a:endParaRPr lang="en-US" dirty="0"/>
          </a:p>
          <a:p>
            <a:pPr lvl="1"/>
            <a:endParaRPr lang="en-US" dirty="0"/>
          </a:p>
        </p:txBody>
      </p:sp>
      <p:pic>
        <p:nvPicPr>
          <p:cNvPr id="3" name="Picture 2">
            <a:extLst>
              <a:ext uri="{FF2B5EF4-FFF2-40B4-BE49-F238E27FC236}">
                <a16:creationId xmlns:a16="http://schemas.microsoft.com/office/drawing/2014/main" id="{E622F7CF-52A5-6C15-DF41-3DF5B0B8555D}"/>
              </a:ext>
            </a:extLst>
          </p:cNvPr>
          <p:cNvPicPr>
            <a:picLocks noChangeAspect="1"/>
          </p:cNvPicPr>
          <p:nvPr/>
        </p:nvPicPr>
        <p:blipFill>
          <a:blip r:embed="rId2">
            <a:extLst>
              <a:ext uri="{28A0092B-C50C-407E-A947-70E740481C1C}">
                <a14:useLocalDpi xmlns:a14="http://schemas.microsoft.com/office/drawing/2010/main" val="0"/>
              </a:ext>
            </a:extLst>
          </a:blip>
          <a:srcRect b="34691"/>
          <a:stretch>
            <a:fillRect/>
          </a:stretch>
        </p:blipFill>
        <p:spPr>
          <a:xfrm>
            <a:off x="8256112" y="2335022"/>
            <a:ext cx="2562931" cy="2132262"/>
          </a:xfrm>
          <a:prstGeom prst="rect">
            <a:avLst/>
          </a:prstGeom>
          <a:ln w="31750" cap="sq">
            <a:solidFill>
              <a:srgbClr val="FFFFFF"/>
            </a:solidFill>
            <a:miter lim="800000"/>
          </a:ln>
        </p:spPr>
      </p:pic>
      <p:pic>
        <p:nvPicPr>
          <p:cNvPr id="5" name="Picture 4">
            <a:extLst>
              <a:ext uri="{FF2B5EF4-FFF2-40B4-BE49-F238E27FC236}">
                <a16:creationId xmlns:a16="http://schemas.microsoft.com/office/drawing/2014/main" id="{A8ED17C6-61CC-A4A6-4C52-6D3ED5F8333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78057" y="4592794"/>
            <a:ext cx="2365613" cy="1188720"/>
          </a:xfrm>
          <a:prstGeom prst="rect">
            <a:avLst/>
          </a:prstGeom>
          <a:ln w="31750" cap="sq">
            <a:solidFill>
              <a:srgbClr val="FFFFFF"/>
            </a:solidFill>
            <a:miter lim="800000"/>
          </a:ln>
        </p:spPr>
      </p:pic>
      <p:pic>
        <p:nvPicPr>
          <p:cNvPr id="7" name="Picture 6">
            <a:extLst>
              <a:ext uri="{FF2B5EF4-FFF2-40B4-BE49-F238E27FC236}">
                <a16:creationId xmlns:a16="http://schemas.microsoft.com/office/drawing/2014/main" id="{8A78F460-43A8-77AB-86E5-299ECC59B7E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48033" y="4233983"/>
            <a:ext cx="3609826" cy="941212"/>
          </a:xfrm>
          <a:prstGeom prst="rect">
            <a:avLst/>
          </a:prstGeom>
        </p:spPr>
      </p:pic>
      <p:pic>
        <p:nvPicPr>
          <p:cNvPr id="9" name="Picture 8">
            <a:extLst>
              <a:ext uri="{FF2B5EF4-FFF2-40B4-BE49-F238E27FC236}">
                <a16:creationId xmlns:a16="http://schemas.microsoft.com/office/drawing/2014/main" id="{8E715BFB-FB75-8153-FF55-5A88C0F5262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145772" y="2750081"/>
            <a:ext cx="2822427" cy="2680325"/>
          </a:xfrm>
          <a:prstGeom prst="rect">
            <a:avLst/>
          </a:prstGeom>
        </p:spPr>
      </p:pic>
      <p:cxnSp>
        <p:nvCxnSpPr>
          <p:cNvPr id="12" name="Curved Connector 11">
            <a:extLst>
              <a:ext uri="{FF2B5EF4-FFF2-40B4-BE49-F238E27FC236}">
                <a16:creationId xmlns:a16="http://schemas.microsoft.com/office/drawing/2014/main" id="{95450499-8169-D1F2-BBF6-2AA99070AA36}"/>
              </a:ext>
            </a:extLst>
          </p:cNvPr>
          <p:cNvCxnSpPr/>
          <p:nvPr/>
        </p:nvCxnSpPr>
        <p:spPr>
          <a:xfrm flipV="1">
            <a:off x="3556000" y="3733037"/>
            <a:ext cx="1422400" cy="432563"/>
          </a:xfrm>
          <a:prstGeom prst="curved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Curved Connector 15">
            <a:extLst>
              <a:ext uri="{FF2B5EF4-FFF2-40B4-BE49-F238E27FC236}">
                <a16:creationId xmlns:a16="http://schemas.microsoft.com/office/drawing/2014/main" id="{0107B817-43B8-CF32-10A7-1DC43DA764FF}"/>
              </a:ext>
            </a:extLst>
          </p:cNvPr>
          <p:cNvCxnSpPr>
            <a:cxnSpLocks/>
          </p:cNvCxnSpPr>
          <p:nvPr/>
        </p:nvCxnSpPr>
        <p:spPr>
          <a:xfrm flipV="1">
            <a:off x="7404155" y="2503055"/>
            <a:ext cx="730823" cy="440168"/>
          </a:xfrm>
          <a:prstGeom prst="curved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urved Connector 18">
            <a:extLst>
              <a:ext uri="{FF2B5EF4-FFF2-40B4-BE49-F238E27FC236}">
                <a16:creationId xmlns:a16="http://schemas.microsoft.com/office/drawing/2014/main" id="{CC6A5564-9A4D-A387-FFBB-C9882069DE45}"/>
              </a:ext>
            </a:extLst>
          </p:cNvPr>
          <p:cNvCxnSpPr>
            <a:cxnSpLocks/>
          </p:cNvCxnSpPr>
          <p:nvPr/>
        </p:nvCxnSpPr>
        <p:spPr>
          <a:xfrm rot="16200000" flipH="1">
            <a:off x="8621038" y="4586097"/>
            <a:ext cx="314039" cy="236984"/>
          </a:xfrm>
          <a:prstGeom prst="curved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94572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12246406-681F-5445-1104-803AE9B4B4D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4C0FB40-8F08-0966-8C8C-F1AFA14944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120" y="1559052"/>
            <a:ext cx="10271760" cy="4347972"/>
          </a:xfrm>
          <a:prstGeom prst="rect">
            <a:avLst/>
          </a:prstGeom>
          <a:solidFill>
            <a:srgbClr val="FFFFFF"/>
          </a:solidFill>
          <a:ln w="31750">
            <a:solidFill>
              <a:srgbClr val="4040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C985BF3-1C5D-B396-5203-EA304E8F5987}"/>
              </a:ext>
            </a:extLst>
          </p:cNvPr>
          <p:cNvSpPr>
            <a:spLocks noGrp="1"/>
          </p:cNvSpPr>
          <p:nvPr>
            <p:ph type="title"/>
          </p:nvPr>
        </p:nvSpPr>
        <p:spPr>
          <a:xfrm>
            <a:off x="2231136" y="964692"/>
            <a:ext cx="7729728" cy="1188720"/>
          </a:xfrm>
          <a:ln>
            <a:solidFill>
              <a:srgbClr val="404040"/>
            </a:solidFill>
          </a:ln>
        </p:spPr>
        <p:txBody>
          <a:bodyPr vert="horz" lIns="182880" tIns="182880" rIns="182880" bIns="182880" rtlCol="0" anchor="ctr">
            <a:normAutofit/>
          </a:bodyPr>
          <a:lstStyle/>
          <a:p>
            <a:r>
              <a:rPr lang="en-US" dirty="0"/>
              <a:t>Step 4: using </a:t>
            </a:r>
            <a:r>
              <a:rPr lang="en-US" dirty="0" err="1"/>
              <a:t>airtable</a:t>
            </a:r>
            <a:endParaRPr lang="en-US" dirty="0"/>
          </a:p>
        </p:txBody>
      </p:sp>
      <p:pic>
        <p:nvPicPr>
          <p:cNvPr id="12" name="Content Placeholder 11">
            <a:extLst>
              <a:ext uri="{FF2B5EF4-FFF2-40B4-BE49-F238E27FC236}">
                <a16:creationId xmlns:a16="http://schemas.microsoft.com/office/drawing/2014/main" id="{43BF4B9C-A1BA-ED59-A904-CDC4C208061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817507" y="2274246"/>
            <a:ext cx="8556985" cy="3511944"/>
          </a:xfrm>
          <a:prstGeom prst="rect">
            <a:avLst/>
          </a:prstGeom>
        </p:spPr>
      </p:pic>
    </p:spTree>
    <p:extLst>
      <p:ext uri="{BB962C8B-B14F-4D97-AF65-F5344CB8AC3E}">
        <p14:creationId xmlns:p14="http://schemas.microsoft.com/office/powerpoint/2010/main" val="12181149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D55E2A49-F91C-EFBE-6555-7B6516B96A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9F3239-5B1F-0C3F-2E9C-145CC14C9B0A}"/>
              </a:ext>
            </a:extLst>
          </p:cNvPr>
          <p:cNvSpPr>
            <a:spLocks noGrp="1"/>
          </p:cNvSpPr>
          <p:nvPr>
            <p:ph type="title"/>
          </p:nvPr>
        </p:nvSpPr>
        <p:spPr>
          <a:xfrm>
            <a:off x="804672" y="2386744"/>
            <a:ext cx="4486656" cy="1645920"/>
          </a:xfrm>
        </p:spPr>
        <p:txBody>
          <a:bodyPr vert="horz" lIns="274320" tIns="182880" rIns="274320" bIns="182880" rtlCol="0" anchor="ctr" anchorCtr="1">
            <a:normAutofit/>
          </a:bodyPr>
          <a:lstStyle/>
          <a:p>
            <a:r>
              <a:rPr lang="en-US" sz="3200"/>
              <a:t>Metadata</a:t>
            </a:r>
          </a:p>
        </p:txBody>
      </p:sp>
      <p:sp>
        <p:nvSpPr>
          <p:cNvPr id="29" name="Rectangle 28">
            <a:extLst>
              <a:ext uri="{FF2B5EF4-FFF2-40B4-BE49-F238E27FC236}">
                <a16:creationId xmlns:a16="http://schemas.microsoft.com/office/drawing/2014/main" id="{2F0F143B-3981-4FC2-BB15-0C58676334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5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Content Placeholder 6">
            <a:extLst>
              <a:ext uri="{FF2B5EF4-FFF2-40B4-BE49-F238E27FC236}">
                <a16:creationId xmlns:a16="http://schemas.microsoft.com/office/drawing/2014/main" id="{6BCF8423-A59C-6829-C66F-6FE4A76A8FD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454381" y="3306139"/>
            <a:ext cx="3367196" cy="3453536"/>
          </a:xfrm>
          <a:prstGeom prst="rect">
            <a:avLst/>
          </a:prstGeom>
        </p:spPr>
      </p:pic>
      <p:pic>
        <p:nvPicPr>
          <p:cNvPr id="12" name="Picture 11">
            <a:extLst>
              <a:ext uri="{FF2B5EF4-FFF2-40B4-BE49-F238E27FC236}">
                <a16:creationId xmlns:a16="http://schemas.microsoft.com/office/drawing/2014/main" id="{B243CF1E-FA5F-E385-5F0A-5BCAB8CA8C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88643" y="346696"/>
            <a:ext cx="3753161" cy="2861118"/>
          </a:xfrm>
          <a:prstGeom prst="rect">
            <a:avLst/>
          </a:prstGeom>
        </p:spPr>
      </p:pic>
    </p:spTree>
    <p:extLst>
      <p:ext uri="{BB962C8B-B14F-4D97-AF65-F5344CB8AC3E}">
        <p14:creationId xmlns:p14="http://schemas.microsoft.com/office/powerpoint/2010/main" val="40146111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6A6DA3D5-F0D5-D7D1-6752-8A513F4B885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AD7C5BE-418C-4A44-91BF-28E411F75B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120" y="1559052"/>
            <a:ext cx="10271760" cy="4347972"/>
          </a:xfrm>
          <a:prstGeom prst="rect">
            <a:avLst/>
          </a:prstGeom>
          <a:solidFill>
            <a:srgbClr val="FFFFFF"/>
          </a:solidFill>
          <a:ln w="31750">
            <a:solidFill>
              <a:srgbClr val="4040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0B799AE-DE01-9067-AE98-068E374ED0D4}"/>
              </a:ext>
            </a:extLst>
          </p:cNvPr>
          <p:cNvSpPr>
            <a:spLocks noGrp="1"/>
          </p:cNvSpPr>
          <p:nvPr>
            <p:ph type="title"/>
          </p:nvPr>
        </p:nvSpPr>
        <p:spPr>
          <a:xfrm>
            <a:off x="2231136" y="964692"/>
            <a:ext cx="7729728" cy="1188720"/>
          </a:xfrm>
          <a:ln>
            <a:solidFill>
              <a:srgbClr val="404040"/>
            </a:solidFill>
          </a:ln>
        </p:spPr>
        <p:txBody>
          <a:bodyPr vert="horz" lIns="182880" tIns="182880" rIns="182880" bIns="182880" rtlCol="0" anchor="ctr">
            <a:normAutofit/>
          </a:bodyPr>
          <a:lstStyle/>
          <a:p>
            <a:r>
              <a:rPr lang="en-US" dirty="0"/>
              <a:t>Quality and performance</a:t>
            </a:r>
          </a:p>
        </p:txBody>
      </p:sp>
      <p:pic>
        <p:nvPicPr>
          <p:cNvPr id="5" name="Content Placeholder 4">
            <a:extLst>
              <a:ext uri="{FF2B5EF4-FFF2-40B4-BE49-F238E27FC236}">
                <a16:creationId xmlns:a16="http://schemas.microsoft.com/office/drawing/2014/main" id="{1DF651BA-7D4F-F4AE-5BF0-EDF8A07E46C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344746" y="2396099"/>
            <a:ext cx="7208345" cy="3153650"/>
          </a:xfrm>
          <a:prstGeom prst="rect">
            <a:avLst/>
          </a:prstGeom>
        </p:spPr>
      </p:pic>
    </p:spTree>
    <p:extLst>
      <p:ext uri="{BB962C8B-B14F-4D97-AF65-F5344CB8AC3E}">
        <p14:creationId xmlns:p14="http://schemas.microsoft.com/office/powerpoint/2010/main" val="11372132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D56540DD-E04E-A93F-A444-2B88FD6247D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E5E899B-2AD1-A10D-56C3-07F669B80F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120" y="1559052"/>
            <a:ext cx="10271760" cy="4347972"/>
          </a:xfrm>
          <a:prstGeom prst="rect">
            <a:avLst/>
          </a:prstGeom>
          <a:solidFill>
            <a:srgbClr val="FFFFFF"/>
          </a:solidFill>
          <a:ln w="31750">
            <a:solidFill>
              <a:srgbClr val="4040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A4ABB55-2E7A-AFF6-7F35-B46ACA716B90}"/>
              </a:ext>
            </a:extLst>
          </p:cNvPr>
          <p:cNvSpPr>
            <a:spLocks noGrp="1"/>
          </p:cNvSpPr>
          <p:nvPr>
            <p:ph type="title"/>
          </p:nvPr>
        </p:nvSpPr>
        <p:spPr>
          <a:xfrm>
            <a:off x="2231136" y="964692"/>
            <a:ext cx="7729728" cy="1188720"/>
          </a:xfrm>
          <a:ln>
            <a:solidFill>
              <a:srgbClr val="404040"/>
            </a:solidFill>
          </a:ln>
        </p:spPr>
        <p:txBody>
          <a:bodyPr vert="horz" lIns="182880" tIns="182880" rIns="182880" bIns="182880" rtlCol="0" anchor="ctr">
            <a:normAutofit/>
          </a:bodyPr>
          <a:lstStyle/>
          <a:p>
            <a:r>
              <a:rPr lang="en-US" dirty="0"/>
              <a:t>Functional tests</a:t>
            </a:r>
          </a:p>
        </p:txBody>
      </p:sp>
      <p:pic>
        <p:nvPicPr>
          <p:cNvPr id="7" name="Content Placeholder 6">
            <a:extLst>
              <a:ext uri="{FF2B5EF4-FFF2-40B4-BE49-F238E27FC236}">
                <a16:creationId xmlns:a16="http://schemas.microsoft.com/office/drawing/2014/main" id="{4AB1348A-695E-5F48-049C-29AA9BB699A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089692" y="2453680"/>
            <a:ext cx="8012615" cy="3037358"/>
          </a:xfrm>
          <a:prstGeom prst="rect">
            <a:avLst/>
          </a:prstGeom>
        </p:spPr>
      </p:pic>
    </p:spTree>
    <p:extLst>
      <p:ext uri="{BB962C8B-B14F-4D97-AF65-F5344CB8AC3E}">
        <p14:creationId xmlns:p14="http://schemas.microsoft.com/office/powerpoint/2010/main" val="7225489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9F54B413-AF56-D055-E511-CABBA9365A9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D986A9D-CF1B-CAFE-2CB8-A7CE6DBE1A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120" y="1559052"/>
            <a:ext cx="10271760" cy="4347972"/>
          </a:xfrm>
          <a:prstGeom prst="rect">
            <a:avLst/>
          </a:prstGeom>
          <a:solidFill>
            <a:srgbClr val="FFFFFF"/>
          </a:solidFill>
          <a:ln w="31750">
            <a:solidFill>
              <a:srgbClr val="4040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4CED3EC-F49E-5922-E8A8-FEA8F7D10D25}"/>
              </a:ext>
            </a:extLst>
          </p:cNvPr>
          <p:cNvSpPr>
            <a:spLocks noGrp="1"/>
          </p:cNvSpPr>
          <p:nvPr>
            <p:ph type="title"/>
          </p:nvPr>
        </p:nvSpPr>
        <p:spPr>
          <a:xfrm>
            <a:off x="2231136" y="964692"/>
            <a:ext cx="7729728" cy="1188720"/>
          </a:xfrm>
          <a:ln>
            <a:solidFill>
              <a:srgbClr val="404040"/>
            </a:solidFill>
          </a:ln>
        </p:spPr>
        <p:txBody>
          <a:bodyPr vert="horz" lIns="182880" tIns="182880" rIns="182880" bIns="182880" rtlCol="0" anchor="ctr">
            <a:normAutofit/>
          </a:bodyPr>
          <a:lstStyle/>
          <a:p>
            <a:r>
              <a:rPr lang="en-US" dirty="0"/>
              <a:t>performance tests</a:t>
            </a:r>
          </a:p>
        </p:txBody>
      </p:sp>
      <p:pic>
        <p:nvPicPr>
          <p:cNvPr id="6" name="Content Placeholder 5">
            <a:extLst>
              <a:ext uri="{FF2B5EF4-FFF2-40B4-BE49-F238E27FC236}">
                <a16:creationId xmlns:a16="http://schemas.microsoft.com/office/drawing/2014/main" id="{A372D658-352B-C37E-6617-5336FCD4C77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850875" y="2424165"/>
            <a:ext cx="8490249" cy="2874783"/>
          </a:xfrm>
          <a:prstGeom prst="rect">
            <a:avLst/>
          </a:prstGeom>
        </p:spPr>
      </p:pic>
    </p:spTree>
    <p:extLst>
      <p:ext uri="{BB962C8B-B14F-4D97-AF65-F5344CB8AC3E}">
        <p14:creationId xmlns:p14="http://schemas.microsoft.com/office/powerpoint/2010/main" val="1726875007"/>
      </p:ext>
    </p:extLst>
  </p:cSld>
  <p:clrMapOvr>
    <a:masterClrMapping/>
  </p:clrMapOvr>
</p:sld>
</file>

<file path=ppt/theme/theme1.xml><?xml version="1.0" encoding="utf-8"?>
<a:theme xmlns:a="http://schemas.openxmlformats.org/drawingml/2006/main"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docProps/app.xml><?xml version="1.0" encoding="utf-8"?>
<Properties xmlns="http://schemas.openxmlformats.org/officeDocument/2006/extended-properties" xmlns:vt="http://schemas.openxmlformats.org/officeDocument/2006/docPropsVTypes">
  <Template>Parcel</Template>
  <TotalTime>8982</TotalTime>
  <Words>374</Words>
  <Application>Microsoft Macintosh PowerPoint</Application>
  <PresentationFormat>Widescreen</PresentationFormat>
  <Paragraphs>35</Paragraphs>
  <Slides>16</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Gill Sans MT</vt:lpstr>
      <vt:lpstr>Parcel</vt:lpstr>
      <vt:lpstr>NYPD OffIcer 360</vt:lpstr>
      <vt:lpstr>Information story</vt:lpstr>
      <vt:lpstr>Existing structure</vt:lpstr>
      <vt:lpstr>Existing structure</vt:lpstr>
      <vt:lpstr>Existing structure</vt:lpstr>
      <vt:lpstr>Existing structure</vt:lpstr>
      <vt:lpstr>FAIR assessment </vt:lpstr>
      <vt:lpstr>Changes &amp; improvements to the structure</vt:lpstr>
      <vt:lpstr>Step 1: Pull data from portal</vt:lpstr>
      <vt:lpstr>Step 2: filter, merge, reformat, export</vt:lpstr>
      <vt:lpstr>Step 3: Upload into airtable</vt:lpstr>
      <vt:lpstr>Step 4: using airtable</vt:lpstr>
      <vt:lpstr>Metadata</vt:lpstr>
      <vt:lpstr>Quality and performance</vt:lpstr>
      <vt:lpstr>Functional tests</vt:lpstr>
      <vt:lpstr>performance tests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Lilly Bayly</cp:lastModifiedBy>
  <cp:revision>1</cp:revision>
  <dcterms:created xsi:type="dcterms:W3CDTF">2026-05-25T17:17:10Z</dcterms:created>
  <dcterms:modified xsi:type="dcterms:W3CDTF">2026-05-31T23:00:04Z</dcterms:modified>
</cp:coreProperties>
</file>